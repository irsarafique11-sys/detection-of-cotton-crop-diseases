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19"/>
  </p:notesMasterIdLst>
  <p:sldIdLst>
    <p:sldId id="256" r:id="rId2"/>
    <p:sldId id="265" r:id="rId3"/>
    <p:sldId id="257" r:id="rId4"/>
    <p:sldId id="258" r:id="rId5"/>
    <p:sldId id="266" r:id="rId6"/>
    <p:sldId id="267" r:id="rId7"/>
    <p:sldId id="268" r:id="rId8"/>
    <p:sldId id="269" r:id="rId9"/>
    <p:sldId id="271" r:id="rId10"/>
    <p:sldId id="270" r:id="rId11"/>
    <p:sldId id="273" r:id="rId12"/>
    <p:sldId id="274" r:id="rId13"/>
    <p:sldId id="275" r:id="rId14"/>
    <p:sldId id="276" r:id="rId15"/>
    <p:sldId id="262" r:id="rId16"/>
    <p:sldId id="277" r:id="rId17"/>
    <p:sldId id="278" r:id="rId18"/>
  </p:sldIdLst>
  <p:sldSz cx="9144000" cy="5143500" type="screen16x9"/>
  <p:notesSz cx="6858000" cy="9144000"/>
  <p:defaultTextStyle>
    <a:lvl1pPr marL="0" algn="l" rtl="0" latinLnBrk="0">
      <a:defRPr sz="1800" kern="1200">
        <a:solidFill>
          <a:schemeClr val="tx1"/>
        </a:solidFill>
        <a:latin typeface="+mn-lt"/>
        <a:ea typeface="+mn-ea"/>
        <a:cs typeface="+mn-cs"/>
      </a:defRPr>
    </a:lvl1pPr>
    <a:lvl2pPr marL="457200" algn="l" rtl="0" latinLnBrk="0">
      <a:defRPr sz="1800" kern="1200">
        <a:solidFill>
          <a:schemeClr val="tx1"/>
        </a:solidFill>
        <a:latin typeface="+mn-lt"/>
        <a:ea typeface="+mn-ea"/>
        <a:cs typeface="+mn-cs"/>
      </a:defRPr>
    </a:lvl2pPr>
    <a:lvl3pPr marL="914400" algn="l" rtl="0" latinLnBrk="0">
      <a:defRPr sz="1800" kern="1200">
        <a:solidFill>
          <a:schemeClr val="tx1"/>
        </a:solidFill>
        <a:latin typeface="+mn-lt"/>
        <a:ea typeface="+mn-ea"/>
        <a:cs typeface="+mn-cs"/>
      </a:defRPr>
    </a:lvl3pPr>
    <a:lvl4pPr marL="1371600" algn="l" rtl="0" latinLnBrk="0">
      <a:defRPr sz="1800" kern="1200">
        <a:solidFill>
          <a:schemeClr val="tx1"/>
        </a:solidFill>
        <a:latin typeface="+mn-lt"/>
        <a:ea typeface="+mn-ea"/>
        <a:cs typeface="+mn-cs"/>
      </a:defRPr>
    </a:lvl4pPr>
    <a:lvl5pPr marL="1828800" algn="l" rtl="0" latinLnBrk="0">
      <a:defRPr sz="1800" kern="1200">
        <a:solidFill>
          <a:schemeClr val="tx1"/>
        </a:solidFill>
        <a:latin typeface="+mn-lt"/>
        <a:ea typeface="+mn-ea"/>
        <a:cs typeface="+mn-cs"/>
      </a:defRPr>
    </a:lvl5pPr>
    <a:lvl6pPr marL="2286000" algn="l" rtl="0" latinLnBrk="0">
      <a:defRPr sz="1800" kern="1200">
        <a:solidFill>
          <a:schemeClr val="tx1"/>
        </a:solidFill>
        <a:latin typeface="+mn-lt"/>
        <a:ea typeface="+mn-ea"/>
        <a:cs typeface="+mn-cs"/>
      </a:defRPr>
    </a:lvl6pPr>
    <a:lvl7pPr marL="2743200" algn="l" rtl="0" latinLnBrk="0">
      <a:defRPr sz="1800" kern="1200">
        <a:solidFill>
          <a:schemeClr val="tx1"/>
        </a:solidFill>
        <a:latin typeface="+mn-lt"/>
        <a:ea typeface="+mn-ea"/>
        <a:cs typeface="+mn-cs"/>
      </a:defRPr>
    </a:lvl7pPr>
    <a:lvl8pPr marL="3200400" algn="l" rtl="0" latinLnBrk="0">
      <a:defRPr sz="1800" kern="1200">
        <a:solidFill>
          <a:schemeClr val="tx1"/>
        </a:solidFill>
        <a:latin typeface="+mn-lt"/>
        <a:ea typeface="+mn-ea"/>
        <a:cs typeface="+mn-cs"/>
      </a:defRPr>
    </a:lvl8pPr>
    <a:lvl9pPr marL="3657600" algn="l" rtl="0" latinLnBrk="0">
      <a:defRPr sz="1800" kern="1200">
        <a:solidFill>
          <a:schemeClr val="tx1"/>
        </a:solidFill>
        <a:latin typeface="+mn-lt"/>
        <a:ea typeface="+mn-ea"/>
        <a:cs typeface="+mn-cs"/>
      </a:defRPr>
    </a:lvl9pPr>
    <a:extLst/>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130" autoAdjust="0"/>
    <p:restoredTop sz="87621" autoAdjust="0"/>
  </p:normalViewPr>
  <p:slideViewPr>
    <p:cSldViewPr>
      <p:cViewPr varScale="1">
        <p:scale>
          <a:sx n="74" d="100"/>
          <a:sy n="74" d="100"/>
        </p:scale>
        <p:origin x="1158" y="54"/>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rtlCol="0"/>
          <a:lstStyle>
            <a:lvl1pPr algn="l">
              <a:defRPr sz="1200"/>
            </a:lvl1pPr>
            <a:extLst/>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rtlCol="0"/>
          <a:lstStyle>
            <a:lvl1pPr algn="r">
              <a:defRPr sz="1200"/>
            </a:lvl1pPr>
            <a:extLst/>
          </a:lstStyle>
          <a:p>
            <a:fld id="{A8ADFD5B-A66C-449C-B6E8-FB716D07777D}" type="datetimeFigureOut">
              <a:rPr lang="en-US" smtClean="0"/>
              <a:pPr/>
              <a:t>12/31/2025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rtlCol="0" anchor="b"/>
          <a:lstStyle>
            <a:lvl1pPr algn="l">
              <a:defRPr sz="1200"/>
            </a:lvl1pPr>
            <a:extLst/>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rtlCol="0" anchor="b"/>
          <a:lstStyle>
            <a:lvl1pPr algn="r">
              <a:defRPr sz="1200"/>
            </a:lvl1pPr>
            <a:extLst/>
          </a:lstStyle>
          <a:p>
            <a:fld id="{CA5D3BF3-D352-46FC-8343-31F56E6730EA}" type="slidenum">
              <a:rPr lang="en-US" smtClean="0"/>
              <a:pPr/>
              <a:t>‹#›</a:t>
            </a:fld>
            <a:endParaRPr lang="en-US"/>
          </a:p>
        </p:txBody>
      </p:sp>
    </p:spTree>
    <p:extLst>
      <p:ext uri="{BB962C8B-B14F-4D97-AF65-F5344CB8AC3E}">
        <p14:creationId xmlns:p14="http://schemas.microsoft.com/office/powerpoint/2010/main" val="3391423747"/>
      </p:ext>
    </p:extLst>
  </p:cSld>
  <p:clrMap bg1="lt1" tx1="dk1" bg2="lt2" tx2="dk2" accent1="accent1" accent2="accent2" accent3="accent3" accent4="accent4" accent5="accent5" accent6="accent6" hlink="hlink" folHlink="folHlink"/>
  <p:notesStyle>
    <a:lvl1pPr marL="0" algn="l" rtl="0">
      <a:defRPr sz="1200" kern="1200">
        <a:solidFill>
          <a:schemeClr val="tx1"/>
        </a:solidFill>
        <a:latin typeface="+mn-lt"/>
        <a:ea typeface="+mn-ea"/>
        <a:cs typeface="+mn-cs"/>
      </a:defRPr>
    </a:lvl1pPr>
    <a:lvl2pPr marL="457200" algn="l" rtl="0">
      <a:defRPr sz="1200" kern="1200">
        <a:solidFill>
          <a:schemeClr val="tx1"/>
        </a:solidFill>
        <a:latin typeface="+mn-lt"/>
        <a:ea typeface="+mn-ea"/>
        <a:cs typeface="+mn-cs"/>
      </a:defRPr>
    </a:lvl2pPr>
    <a:lvl3pPr marL="914400" algn="l" rtl="0">
      <a:defRPr sz="1200" kern="1200">
        <a:solidFill>
          <a:schemeClr val="tx1"/>
        </a:solidFill>
        <a:latin typeface="+mn-lt"/>
        <a:ea typeface="+mn-ea"/>
        <a:cs typeface="+mn-cs"/>
      </a:defRPr>
    </a:lvl3pPr>
    <a:lvl4pPr marL="1371600" algn="l" rtl="0">
      <a:defRPr sz="1200" kern="1200">
        <a:solidFill>
          <a:schemeClr val="tx1"/>
        </a:solidFill>
        <a:latin typeface="+mn-lt"/>
        <a:ea typeface="+mn-ea"/>
        <a:cs typeface="+mn-cs"/>
      </a:defRPr>
    </a:lvl4pPr>
    <a:lvl5pPr marL="1828800" algn="l" rtl="0">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a:extLst/>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p:sp>
      <p:sp>
        <p:nvSpPr>
          <p:cNvPr id="3" name="Rectangle 2"/>
          <p:cNvSpPr>
            <a:spLocks noGrp="1"/>
          </p:cNvSpPr>
          <p:nvPr>
            <p:ph type="body" idx="1"/>
          </p:nvPr>
        </p:nvSpPr>
        <p:spPr/>
        <p:txBody>
          <a:bodyPr/>
          <a:lstStyle/>
          <a:p>
            <a:endParaRPr lang="en-US"/>
          </a:p>
        </p:txBody>
      </p:sp>
      <p:sp>
        <p:nvSpPr>
          <p:cNvPr id="4" name="Rectangle 3"/>
          <p:cNvSpPr>
            <a:spLocks noGrp="1"/>
          </p:cNvSpPr>
          <p:nvPr>
            <p:ph type="sldNum" sz="quarter" idx="10"/>
          </p:nvPr>
        </p:nvSpPr>
        <p:spPr/>
        <p:txBody>
          <a:bodyPr/>
          <a:lstStyle/>
          <a:p>
            <a:fld id="{CA5D3BF3-D352-46FC-8343-31F56E6730EA}"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p:sp>
      <p:sp>
        <p:nvSpPr>
          <p:cNvPr id="3" name="Rectangle 2"/>
          <p:cNvSpPr>
            <a:spLocks noGrp="1"/>
          </p:cNvSpPr>
          <p:nvPr>
            <p:ph type="body" idx="1"/>
          </p:nvPr>
        </p:nvSpPr>
        <p:spPr/>
        <p:txBody>
          <a:bodyPr/>
          <a:lstStyle/>
          <a:p>
            <a:endParaRPr lang="en-US"/>
          </a:p>
        </p:txBody>
      </p:sp>
      <p:sp>
        <p:nvSpPr>
          <p:cNvPr id="4" name="Rectangle 3"/>
          <p:cNvSpPr>
            <a:spLocks noGrp="1"/>
          </p:cNvSpPr>
          <p:nvPr>
            <p:ph type="sldNum" sz="quarter" idx="10"/>
          </p:nvPr>
        </p:nvSpPr>
        <p:spPr/>
        <p:txBody>
          <a:bodyPr/>
          <a:lstStyle/>
          <a:p>
            <a:fld id="{CA5D3BF3-D352-46FC-8343-31F56E6730EA}"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p:sp>
      <p:sp>
        <p:nvSpPr>
          <p:cNvPr id="3" name="Rectangle 2"/>
          <p:cNvSpPr>
            <a:spLocks noGrp="1"/>
          </p:cNvSpPr>
          <p:nvPr>
            <p:ph type="body" idx="1"/>
          </p:nvPr>
        </p:nvSpPr>
        <p:spPr/>
        <p:txBody>
          <a:bodyPr/>
          <a:lstStyle/>
          <a:p>
            <a:endParaRPr lang="en-US"/>
          </a:p>
        </p:txBody>
      </p:sp>
      <p:sp>
        <p:nvSpPr>
          <p:cNvPr id="4" name="Rectangle 3"/>
          <p:cNvSpPr>
            <a:spLocks noGrp="1"/>
          </p:cNvSpPr>
          <p:nvPr>
            <p:ph type="sldNum" sz="quarter" idx="10"/>
          </p:nvPr>
        </p:nvSpPr>
        <p:spPr/>
        <p:txBody>
          <a:bodyPr/>
          <a:lstStyle/>
          <a:p>
            <a:fld id="{CA5D3BF3-D352-46FC-8343-31F56E6730EA}"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p:sp>
      <p:sp>
        <p:nvSpPr>
          <p:cNvPr id="3" name="Rectangle 2"/>
          <p:cNvSpPr>
            <a:spLocks noGrp="1"/>
          </p:cNvSpPr>
          <p:nvPr>
            <p:ph type="body" idx="1"/>
          </p:nvPr>
        </p:nvSpPr>
        <p:spPr/>
        <p:txBody>
          <a:bodyPr/>
          <a:lstStyle/>
          <a:p>
            <a:endParaRPr lang="en-US"/>
          </a:p>
        </p:txBody>
      </p:sp>
      <p:sp>
        <p:nvSpPr>
          <p:cNvPr id="4" name="Rectangle 3"/>
          <p:cNvSpPr>
            <a:spLocks noGrp="1"/>
          </p:cNvSpPr>
          <p:nvPr>
            <p:ph type="sldNum" sz="quarter" idx="10"/>
          </p:nvPr>
        </p:nvSpPr>
        <p:spPr/>
        <p:txBody>
          <a:bodyPr/>
          <a:lstStyle/>
          <a:p>
            <a:fld id="{CA5D3BF3-D352-46FC-8343-31F56E6730EA}"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p:sp>
      <p:sp>
        <p:nvSpPr>
          <p:cNvPr id="3" name="Rectangle 2"/>
          <p:cNvSpPr>
            <a:spLocks noGrp="1"/>
          </p:cNvSpPr>
          <p:nvPr>
            <p:ph type="body" idx="1"/>
          </p:nvPr>
        </p:nvSpPr>
        <p:spPr/>
        <p:txBody>
          <a:bodyPr/>
          <a:lstStyle/>
          <a:p>
            <a:endParaRPr lang="en-US"/>
          </a:p>
        </p:txBody>
      </p:sp>
      <p:sp>
        <p:nvSpPr>
          <p:cNvPr id="4" name="Rectangle 3"/>
          <p:cNvSpPr>
            <a:spLocks noGrp="1"/>
          </p:cNvSpPr>
          <p:nvPr>
            <p:ph type="sldNum" sz="quarter" idx="10"/>
          </p:nvPr>
        </p:nvSpPr>
        <p:spPr/>
        <p:txBody>
          <a:bodyPr/>
          <a:lstStyle/>
          <a:p>
            <a:fld id="{CA5D3BF3-D352-46FC-8343-31F56E6730EA}"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p:sp>
      <p:sp>
        <p:nvSpPr>
          <p:cNvPr id="3" name="Rectangle 2"/>
          <p:cNvSpPr>
            <a:spLocks noGrp="1"/>
          </p:cNvSpPr>
          <p:nvPr>
            <p:ph type="body" idx="1"/>
          </p:nvPr>
        </p:nvSpPr>
        <p:spPr/>
        <p:txBody>
          <a:bodyPr/>
          <a:lstStyle/>
          <a:p>
            <a:endParaRPr lang="en-US"/>
          </a:p>
        </p:txBody>
      </p:sp>
      <p:sp>
        <p:nvSpPr>
          <p:cNvPr id="4" name="Rectangle 3"/>
          <p:cNvSpPr>
            <a:spLocks noGrp="1"/>
          </p:cNvSpPr>
          <p:nvPr>
            <p:ph type="sldNum" sz="quarter" idx="10"/>
          </p:nvPr>
        </p:nvSpPr>
        <p:spPr/>
        <p:txBody>
          <a:bodyPr/>
          <a:lstStyle/>
          <a:p>
            <a:fld id="{CA5D3BF3-D352-46FC-8343-31F56E6730EA}"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p:sp>
      <p:sp>
        <p:nvSpPr>
          <p:cNvPr id="3" name="Rectangle 2"/>
          <p:cNvSpPr>
            <a:spLocks noGrp="1"/>
          </p:cNvSpPr>
          <p:nvPr>
            <p:ph type="body" idx="1"/>
          </p:nvPr>
        </p:nvSpPr>
        <p:spPr/>
        <p:txBody>
          <a:bodyPr/>
          <a:lstStyle/>
          <a:p>
            <a:endParaRPr lang="en-US"/>
          </a:p>
        </p:txBody>
      </p:sp>
      <p:sp>
        <p:nvSpPr>
          <p:cNvPr id="4" name="Rectangle 3"/>
          <p:cNvSpPr>
            <a:spLocks noGrp="1"/>
          </p:cNvSpPr>
          <p:nvPr>
            <p:ph type="sldNum" sz="quarter" idx="10"/>
          </p:nvPr>
        </p:nvSpPr>
        <p:spPr/>
        <p:txBody>
          <a:bodyPr/>
          <a:lstStyle/>
          <a:p>
            <a:fld id="{CA5D3BF3-D352-46FC-8343-31F56E6730EA}" type="slidenum">
              <a:rPr lang="en-US" smtClean="0"/>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p:sp>
      <p:sp>
        <p:nvSpPr>
          <p:cNvPr id="3" name="Rectangle 2"/>
          <p:cNvSpPr>
            <a:spLocks noGrp="1"/>
          </p:cNvSpPr>
          <p:nvPr>
            <p:ph type="body" idx="1"/>
          </p:nvPr>
        </p:nvSpPr>
        <p:spPr/>
        <p:txBody>
          <a:bodyPr/>
          <a:lstStyle/>
          <a:p>
            <a:endParaRPr lang="en-US"/>
          </a:p>
        </p:txBody>
      </p:sp>
      <p:sp>
        <p:nvSpPr>
          <p:cNvPr id="4" name="Rectangle 3"/>
          <p:cNvSpPr>
            <a:spLocks noGrp="1"/>
          </p:cNvSpPr>
          <p:nvPr>
            <p:ph type="sldNum" sz="quarter" idx="10"/>
          </p:nvPr>
        </p:nvSpPr>
        <p:spPr/>
        <p:txBody>
          <a:bodyPr/>
          <a:lstStyle/>
          <a:p>
            <a:fld id="{CA5D3BF3-D352-46FC-8343-31F56E6730EA}" type="slidenum">
              <a:rPr lang="en-US" smtClean="0"/>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p:sp>
      <p:sp>
        <p:nvSpPr>
          <p:cNvPr id="3" name="Rectangle 2"/>
          <p:cNvSpPr>
            <a:spLocks noGrp="1"/>
          </p:cNvSpPr>
          <p:nvPr>
            <p:ph type="body" idx="1"/>
          </p:nvPr>
        </p:nvSpPr>
        <p:spPr/>
        <p:txBody>
          <a:bodyPr/>
          <a:lstStyle/>
          <a:p>
            <a:endParaRPr lang="en-US"/>
          </a:p>
        </p:txBody>
      </p:sp>
      <p:sp>
        <p:nvSpPr>
          <p:cNvPr id="4" name="Rectangle 3"/>
          <p:cNvSpPr>
            <a:spLocks noGrp="1"/>
          </p:cNvSpPr>
          <p:nvPr>
            <p:ph type="sldNum" sz="quarter" idx="10"/>
          </p:nvPr>
        </p:nvSpPr>
        <p:spPr/>
        <p:txBody>
          <a:bodyPr/>
          <a:lstStyle/>
          <a:p>
            <a:fld id="{CA5D3BF3-D352-46FC-8343-31F56E6730EA}" type="slidenum">
              <a:rPr lang="en-US" smtClean="0"/>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p:sp>
      <p:sp>
        <p:nvSpPr>
          <p:cNvPr id="3" name="Rectangle 2"/>
          <p:cNvSpPr>
            <a:spLocks noGrp="1"/>
          </p:cNvSpPr>
          <p:nvPr>
            <p:ph type="body" idx="1"/>
          </p:nvPr>
        </p:nvSpPr>
        <p:spPr/>
        <p:txBody>
          <a:bodyPr/>
          <a:lstStyle/>
          <a:p>
            <a:endParaRPr lang="en-US"/>
          </a:p>
        </p:txBody>
      </p:sp>
      <p:sp>
        <p:nvSpPr>
          <p:cNvPr id="4" name="Rectangle 3"/>
          <p:cNvSpPr>
            <a:spLocks noGrp="1"/>
          </p:cNvSpPr>
          <p:nvPr>
            <p:ph type="sldNum" sz="quarter" idx="10"/>
          </p:nvPr>
        </p:nvSpPr>
        <p:spPr/>
        <p:txBody>
          <a:bodyPr/>
          <a:lstStyle/>
          <a:p>
            <a:fld id="{CA5D3BF3-D352-46FC-8343-31F56E6730EA}" type="slidenum">
              <a:rPr lang="en-US" smtClean="0"/>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p:sp>
      <p:sp>
        <p:nvSpPr>
          <p:cNvPr id="3" name="Rectangle 2"/>
          <p:cNvSpPr>
            <a:spLocks noGrp="1"/>
          </p:cNvSpPr>
          <p:nvPr>
            <p:ph type="body" idx="1"/>
          </p:nvPr>
        </p:nvSpPr>
        <p:spPr/>
        <p:txBody>
          <a:bodyPr/>
          <a:lstStyle/>
          <a:p>
            <a:endParaRPr lang="en-US"/>
          </a:p>
        </p:txBody>
      </p:sp>
      <p:sp>
        <p:nvSpPr>
          <p:cNvPr id="4" name="Rectangle 3"/>
          <p:cNvSpPr>
            <a:spLocks noGrp="1"/>
          </p:cNvSpPr>
          <p:nvPr>
            <p:ph type="sldNum" sz="quarter" idx="10"/>
          </p:nvPr>
        </p:nvSpPr>
        <p:spPr/>
        <p:txBody>
          <a:bodyPr/>
          <a:lstStyle/>
          <a:p>
            <a:fld id="{CA5D3BF3-D352-46FC-8343-31F56E6730EA}" type="slidenum">
              <a:rPr lang="en-US" smtClean="0"/>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p:sp>
      <p:sp>
        <p:nvSpPr>
          <p:cNvPr id="3" name="Rectangle 2"/>
          <p:cNvSpPr>
            <a:spLocks noGrp="1"/>
          </p:cNvSpPr>
          <p:nvPr>
            <p:ph type="body" idx="1"/>
          </p:nvPr>
        </p:nvSpPr>
        <p:spPr/>
        <p:txBody>
          <a:bodyPr/>
          <a:lstStyle/>
          <a:p>
            <a:endParaRPr lang="en-US"/>
          </a:p>
        </p:txBody>
      </p:sp>
      <p:sp>
        <p:nvSpPr>
          <p:cNvPr id="4" name="Rectangle 3"/>
          <p:cNvSpPr>
            <a:spLocks noGrp="1"/>
          </p:cNvSpPr>
          <p:nvPr>
            <p:ph type="sldNum" sz="quarter" idx="10"/>
          </p:nvPr>
        </p:nvSpPr>
        <p:spPr/>
        <p:txBody>
          <a:bodyPr/>
          <a:lstStyle/>
          <a:p>
            <a:fld id="{CA5D3BF3-D352-46FC-8343-31F56E6730EA}" type="slidenum">
              <a:rPr lang="en-US" smtClean="0"/>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p:sp>
      <p:sp>
        <p:nvSpPr>
          <p:cNvPr id="3" name="Rectangle 2"/>
          <p:cNvSpPr>
            <a:spLocks noGrp="1"/>
          </p:cNvSpPr>
          <p:nvPr>
            <p:ph type="body" idx="1"/>
          </p:nvPr>
        </p:nvSpPr>
        <p:spPr/>
        <p:txBody>
          <a:bodyPr/>
          <a:lstStyle/>
          <a:p>
            <a:endParaRPr lang="en-US"/>
          </a:p>
        </p:txBody>
      </p:sp>
      <p:sp>
        <p:nvSpPr>
          <p:cNvPr id="4" name="Rectangle 3"/>
          <p:cNvSpPr>
            <a:spLocks noGrp="1"/>
          </p:cNvSpPr>
          <p:nvPr>
            <p:ph type="sldNum" sz="quarter" idx="10"/>
          </p:nvPr>
        </p:nvSpPr>
        <p:spPr/>
        <p:txBody>
          <a:bodyPr/>
          <a:lstStyle/>
          <a:p>
            <a:fld id="{CA5D3BF3-D352-46FC-8343-31F56E6730EA}" type="slidenum">
              <a:rPr lang="en-US" smtClean="0"/>
              <a:pPr/>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p:sp>
      <p:sp>
        <p:nvSpPr>
          <p:cNvPr id="3" name="Rectangle 2"/>
          <p:cNvSpPr>
            <a:spLocks noGrp="1"/>
          </p:cNvSpPr>
          <p:nvPr>
            <p:ph type="body" idx="1"/>
          </p:nvPr>
        </p:nvSpPr>
        <p:spPr/>
        <p:txBody>
          <a:bodyPr/>
          <a:lstStyle/>
          <a:p>
            <a:endParaRPr lang="en-US"/>
          </a:p>
        </p:txBody>
      </p:sp>
      <p:sp>
        <p:nvSpPr>
          <p:cNvPr id="4" name="Rectangle 3"/>
          <p:cNvSpPr>
            <a:spLocks noGrp="1"/>
          </p:cNvSpPr>
          <p:nvPr>
            <p:ph type="sldNum" sz="quarter" idx="10"/>
          </p:nvPr>
        </p:nvSpPr>
        <p:spPr/>
        <p:txBody>
          <a:bodyPr/>
          <a:lstStyle/>
          <a:p>
            <a:fld id="{CA5D3BF3-D352-46FC-8343-31F56E6730EA}" type="slidenum">
              <a:rPr lang="en-US" smtClean="0"/>
              <a:pPr/>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p:sp>
      <p:sp>
        <p:nvSpPr>
          <p:cNvPr id="3" name="Rectangle 2"/>
          <p:cNvSpPr>
            <a:spLocks noGrp="1"/>
          </p:cNvSpPr>
          <p:nvPr>
            <p:ph type="body" idx="1"/>
          </p:nvPr>
        </p:nvSpPr>
        <p:spPr/>
        <p:txBody>
          <a:bodyPr/>
          <a:lstStyle/>
          <a:p>
            <a:endParaRPr lang="en-US"/>
          </a:p>
        </p:txBody>
      </p:sp>
      <p:sp>
        <p:nvSpPr>
          <p:cNvPr id="4" name="Rectangle 3"/>
          <p:cNvSpPr>
            <a:spLocks noGrp="1"/>
          </p:cNvSpPr>
          <p:nvPr>
            <p:ph type="sldNum" sz="quarter" idx="10"/>
          </p:nvPr>
        </p:nvSpPr>
        <p:spPr/>
        <p:txBody>
          <a:bodyPr/>
          <a:lstStyle/>
          <a:p>
            <a:fld id="{CA5D3BF3-D352-46FC-8343-31F56E6730EA}" type="slidenum">
              <a:rPr lang="en-US" smtClean="0"/>
              <a:pPr/>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p:sp>
      <p:sp>
        <p:nvSpPr>
          <p:cNvPr id="3" name="Rectangle 2"/>
          <p:cNvSpPr>
            <a:spLocks noGrp="1"/>
          </p:cNvSpPr>
          <p:nvPr>
            <p:ph type="body" idx="1"/>
          </p:nvPr>
        </p:nvSpPr>
        <p:spPr/>
        <p:txBody>
          <a:bodyPr/>
          <a:lstStyle/>
          <a:p>
            <a:endParaRPr lang="en-US"/>
          </a:p>
        </p:txBody>
      </p:sp>
      <p:sp>
        <p:nvSpPr>
          <p:cNvPr id="4" name="Rectangle 3"/>
          <p:cNvSpPr>
            <a:spLocks noGrp="1"/>
          </p:cNvSpPr>
          <p:nvPr>
            <p:ph type="sldNum" sz="quarter" idx="10"/>
          </p:nvPr>
        </p:nvSpPr>
        <p:spPr/>
        <p:txBody>
          <a:bodyPr/>
          <a:lstStyle/>
          <a:p>
            <a:fld id="{CA5D3BF3-D352-46FC-8343-31F56E6730EA}" type="slidenum">
              <a:rPr lang="en-US" smtClean="0"/>
              <a:pPr/>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p:sp>
      <p:sp>
        <p:nvSpPr>
          <p:cNvPr id="3" name="Rectangle 2"/>
          <p:cNvSpPr>
            <a:spLocks noGrp="1"/>
          </p:cNvSpPr>
          <p:nvPr>
            <p:ph type="body" idx="1"/>
          </p:nvPr>
        </p:nvSpPr>
        <p:spPr/>
        <p:txBody>
          <a:bodyPr/>
          <a:lstStyle/>
          <a:p>
            <a:endParaRPr lang="en-US"/>
          </a:p>
        </p:txBody>
      </p:sp>
      <p:sp>
        <p:nvSpPr>
          <p:cNvPr id="4" name="Rectangle 3"/>
          <p:cNvSpPr>
            <a:spLocks noGrp="1"/>
          </p:cNvSpPr>
          <p:nvPr>
            <p:ph type="sldNum" sz="quarter" idx="10"/>
          </p:nvPr>
        </p:nvSpPr>
        <p:spPr/>
        <p:txBody>
          <a:bodyPr/>
          <a:lstStyle/>
          <a:p>
            <a:fld id="{CA5D3BF3-D352-46FC-8343-31F56E6730EA}" type="slidenum">
              <a:rPr lang="en-US" smtClean="0"/>
              <a:pPr/>
              <a:t>17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a:xfrm>
            <a:off x="0" y="4478274"/>
            <a:ext cx="9144000" cy="665226"/>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0" name="Rectangle 9"/>
          <p:cNvSpPr/>
          <p:nvPr/>
        </p:nvSpPr>
        <p:spPr>
          <a:xfrm>
            <a:off x="-9144" y="4539996"/>
            <a:ext cx="2249424" cy="534924"/>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1" name="Rectangle 10"/>
          <p:cNvSpPr/>
          <p:nvPr/>
        </p:nvSpPr>
        <p:spPr>
          <a:xfrm>
            <a:off x="2359152" y="4533138"/>
            <a:ext cx="6784848" cy="534924"/>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Subtitle 8"/>
          <p:cNvSpPr>
            <a:spLocks noGrp="1"/>
          </p:cNvSpPr>
          <p:nvPr>
            <p:ph type="subTitle" idx="1"/>
          </p:nvPr>
        </p:nvSpPr>
        <p:spPr>
          <a:xfrm>
            <a:off x="2362200" y="4537528"/>
            <a:ext cx="6515100" cy="514350"/>
          </a:xfrm>
        </p:spPr>
        <p:txBody>
          <a:bodyPr anchor="ctr"/>
          <a:lstStyle>
            <a:lvl1pPr marL="0" indent="0" algn="l">
              <a:buNone/>
              <a:defRPr sz="28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a:t>Click to edit Master subtitle style</a:t>
            </a:r>
            <a:endParaRPr lang="en-US" dirty="0"/>
          </a:p>
        </p:txBody>
      </p:sp>
      <p:sp>
        <p:nvSpPr>
          <p:cNvPr id="28" name="Date Placeholder 27"/>
          <p:cNvSpPr>
            <a:spLocks noGrp="1"/>
          </p:cNvSpPr>
          <p:nvPr>
            <p:ph type="dt" sz="half" idx="10"/>
          </p:nvPr>
        </p:nvSpPr>
        <p:spPr>
          <a:xfrm>
            <a:off x="76200" y="4551524"/>
            <a:ext cx="2057400" cy="514350"/>
          </a:xfrm>
        </p:spPr>
        <p:txBody>
          <a:bodyPr>
            <a:noAutofit/>
          </a:bodyPr>
          <a:lstStyle>
            <a:lvl1pPr algn="ctr">
              <a:defRPr sz="2000">
                <a:solidFill>
                  <a:srgbClr val="FFFFFF"/>
                </a:solidFill>
              </a:defRPr>
            </a:lvl1pPr>
            <a:extLst/>
          </a:lstStyle>
          <a:p>
            <a:pPr algn="ctr"/>
            <a:fld id="{047E157E-8DCB-4F70-A0AF-5EB586A91DD4}" type="datetime1">
              <a:rPr lang="en-US" smtClean="0">
                <a:solidFill>
                  <a:srgbClr val="FFFFFF"/>
                </a:solidFill>
              </a:rPr>
              <a:pPr algn="ctr"/>
              <a:t>12/31/2025</a:t>
            </a:fld>
            <a:endParaRPr lang="en-US" sz="2000" dirty="0">
              <a:solidFill>
                <a:srgbClr val="FFFFFF"/>
              </a:solidFill>
            </a:endParaRPr>
          </a:p>
        </p:txBody>
      </p:sp>
      <p:sp>
        <p:nvSpPr>
          <p:cNvPr id="17" name="Footer Placeholder 16"/>
          <p:cNvSpPr>
            <a:spLocks noGrp="1"/>
          </p:cNvSpPr>
          <p:nvPr>
            <p:ph type="ftr" sz="quarter" idx="11"/>
          </p:nvPr>
        </p:nvSpPr>
        <p:spPr>
          <a:xfrm>
            <a:off x="2085393" y="177404"/>
            <a:ext cx="5867400" cy="273844"/>
          </a:xfrm>
        </p:spPr>
        <p:txBody>
          <a:bodyPr/>
          <a:lstStyle>
            <a:lvl1pPr algn="r">
              <a:defRPr>
                <a:solidFill>
                  <a:schemeClr val="tx2"/>
                </a:solidFill>
              </a:defRPr>
            </a:lvl1pPr>
            <a:extLst/>
          </a:lstStyle>
          <a:p>
            <a:pPr algn="r"/>
            <a:endParaRPr lang="en-US" dirty="0">
              <a:solidFill>
                <a:schemeClr val="tx2"/>
              </a:solidFill>
            </a:endParaRPr>
          </a:p>
        </p:txBody>
      </p:sp>
      <p:sp>
        <p:nvSpPr>
          <p:cNvPr id="29" name="Slide Number Placeholder 28"/>
          <p:cNvSpPr>
            <a:spLocks noGrp="1"/>
          </p:cNvSpPr>
          <p:nvPr>
            <p:ph type="sldNum" sz="quarter" idx="12"/>
          </p:nvPr>
        </p:nvSpPr>
        <p:spPr>
          <a:xfrm>
            <a:off x="8001000" y="171450"/>
            <a:ext cx="838200" cy="285750"/>
          </a:xfrm>
        </p:spPr>
        <p:txBody>
          <a:bodyPr/>
          <a:lstStyle>
            <a:lvl1pPr>
              <a:defRPr>
                <a:solidFill>
                  <a:schemeClr val="tx2"/>
                </a:solidFill>
              </a:defRPr>
            </a:lvl1pPr>
            <a:extLst/>
          </a:lstStyle>
          <a:p>
            <a:fld id="{8F82E0A0-C266-4798-8C8F-B9F91E9DA37E}" type="slidenum">
              <a:rPr lang="en-US" smtClean="0">
                <a:solidFill>
                  <a:schemeClr val="tx2"/>
                </a:solidFill>
              </a:rPr>
              <a:pPr/>
              <a:t>‹#›</a:t>
            </a:fld>
            <a:endParaRPr lang="en-US" dirty="0">
              <a:solidFill>
                <a:schemeClr val="tx2"/>
              </a:solidFill>
            </a:endParaRPr>
          </a:p>
        </p:txBody>
      </p:sp>
      <p:sp>
        <p:nvSpPr>
          <p:cNvPr id="12" name="Rectangle 11"/>
          <p:cNvSpPr>
            <a:spLocks noGrp="1"/>
          </p:cNvSpPr>
          <p:nvPr>
            <p:ph type="title"/>
          </p:nvPr>
        </p:nvSpPr>
        <p:spPr>
          <a:xfrm>
            <a:off x="2362200" y="2343150"/>
            <a:ext cx="6477000" cy="2038350"/>
          </a:xfrm>
        </p:spPr>
        <p:txBody>
          <a:bodyPr rtlCol="0" anchor="b"/>
          <a:lstStyle>
            <a:lvl1pPr>
              <a:defRPr cap="all" baseline="0"/>
            </a:lvl1pPr>
            <a:extLst/>
          </a:lstStyle>
          <a:p>
            <a:r>
              <a:rPr lang="en-US"/>
              <a:t>Click to edit Master title style</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a:t>Click to edit Master title style</a:t>
            </a:r>
            <a:endParaRPr lang="en-US" dirty="0"/>
          </a:p>
        </p:txBody>
      </p:sp>
      <p:sp>
        <p:nvSpPr>
          <p:cNvPr id="3" name="Rectangle 2"/>
          <p:cNvSpPr>
            <a:spLocks noGrp="1"/>
          </p:cNvSpPr>
          <p:nvPr>
            <p:ph type="dt" sz="half" idx="10"/>
          </p:nvPr>
        </p:nvSpPr>
        <p:spPr/>
        <p:txBody>
          <a:bodyPr/>
          <a:lstStyle/>
          <a:p>
            <a:fld id="{E4606EA6-EFEA-4C30-9264-4F9291A5780D}" type="datetime1">
              <a:rPr lang="en-US" smtClean="0"/>
              <a:pPr/>
              <a:t>12/31/2025</a:t>
            </a:fld>
            <a:endParaRPr lang="en-US"/>
          </a:p>
        </p:txBody>
      </p:sp>
      <p:sp>
        <p:nvSpPr>
          <p:cNvPr id="4" name="Rectangle 3"/>
          <p:cNvSpPr>
            <a:spLocks noGrp="1"/>
          </p:cNvSpPr>
          <p:nvPr>
            <p:ph type="ftr" sz="quarter" idx="11"/>
          </p:nvPr>
        </p:nvSpPr>
        <p:spPr/>
        <p:txBody>
          <a:bodyPr/>
          <a:lstStyle/>
          <a:p>
            <a:endParaRPr lang="en-US"/>
          </a:p>
        </p:txBody>
      </p:sp>
      <p:sp>
        <p:nvSpPr>
          <p:cNvPr id="5" name="Rectangle 4"/>
          <p:cNvSpPr>
            <a:spLocks noGrp="1"/>
          </p:cNvSpPr>
          <p:nvPr>
            <p:ph type="sldNum" sz="quarter" idx="12"/>
          </p:nvPr>
        </p:nvSpPr>
        <p:spPr/>
        <p:txBody>
          <a:bodyPr/>
          <a:lstStyle/>
          <a:p>
            <a:pPr algn="ctr"/>
            <a:fld id="{8F82E0A0-C266-4798-8C8F-B9F91E9DA37E}" type="slidenum">
              <a:rPr lang="en-US" sz="1400" b="1" smtClean="0">
                <a:solidFill>
                  <a:srgbClr val="FFFFFF"/>
                </a:solidFill>
              </a:rPr>
              <a:pPr algn="ctr"/>
              <a:t>‹#›</a:t>
            </a:fld>
            <a:endParaRPr lang="en-US"/>
          </a:p>
        </p:txBody>
      </p:sp>
      <p:sp>
        <p:nvSpPr>
          <p:cNvPr id="7" name="Rectangle 6"/>
          <p:cNvSpPr>
            <a:spLocks noGrp="1"/>
          </p:cNvSpPr>
          <p:nvPr>
            <p:ph sz="quarter" idx="13"/>
          </p:nvPr>
        </p:nvSpPr>
        <p:spPr>
          <a:xfrm>
            <a:off x="609600" y="1352550"/>
            <a:ext cx="8153400" cy="3276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057400"/>
            <a:ext cx="7123113" cy="1254919"/>
          </a:xfrm>
        </p:spPr>
        <p:txBody>
          <a:bodyPr anchor="t"/>
          <a:lstStyle>
            <a:lvl1pPr>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7" name="Rectangle 6"/>
          <p:cNvSpPr/>
          <p:nvPr/>
        </p:nvSpPr>
        <p:spPr>
          <a:xfrm>
            <a:off x="0" y="1143000"/>
            <a:ext cx="9144000" cy="85725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8" name="Rectangle 7"/>
          <p:cNvSpPr/>
          <p:nvPr/>
        </p:nvSpPr>
        <p:spPr>
          <a:xfrm>
            <a:off x="0" y="1200150"/>
            <a:ext cx="1295400" cy="74295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Rectangle 8"/>
          <p:cNvSpPr/>
          <p:nvPr/>
        </p:nvSpPr>
        <p:spPr>
          <a:xfrm>
            <a:off x="1371600" y="1200150"/>
            <a:ext cx="7772400" cy="7429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2" name="Title 1"/>
          <p:cNvSpPr>
            <a:spLocks noGrp="1"/>
          </p:cNvSpPr>
          <p:nvPr>
            <p:ph type="title" hasCustomPrompt="1"/>
          </p:nvPr>
        </p:nvSpPr>
        <p:spPr>
          <a:xfrm>
            <a:off x="1371600" y="1200150"/>
            <a:ext cx="7620000" cy="742950"/>
          </a:xfrm>
        </p:spPr>
        <p:txBody>
          <a:bodyPr/>
          <a:lstStyle>
            <a:lvl1pPr algn="l">
              <a:buNone/>
              <a:defRPr sz="4400" b="0" cap="none">
                <a:solidFill>
                  <a:srgbClr val="FFFFFF"/>
                </a:solidFill>
              </a:defRPr>
            </a:lvl1pPr>
            <a:extLst/>
          </a:lstStyle>
          <a:p>
            <a:r>
              <a:rPr lang="en-US" dirty="0"/>
              <a:t>Click to edit master title style</a:t>
            </a:r>
          </a:p>
        </p:txBody>
      </p:sp>
      <p:sp>
        <p:nvSpPr>
          <p:cNvPr id="12" name="Date Placeholder 11"/>
          <p:cNvSpPr>
            <a:spLocks noGrp="1"/>
          </p:cNvSpPr>
          <p:nvPr>
            <p:ph type="dt" sz="half" idx="10"/>
          </p:nvPr>
        </p:nvSpPr>
        <p:spPr/>
        <p:txBody>
          <a:bodyPr/>
          <a:lstStyle/>
          <a:p>
            <a:fld id="{6FCF9F07-3BC7-4570-B054-79111B0A380C}" type="datetime1">
              <a:rPr lang="en-US" smtClean="0"/>
              <a:pPr/>
              <a:t>12/31/2025</a:t>
            </a:fld>
            <a:endParaRPr lang="en-US"/>
          </a:p>
        </p:txBody>
      </p:sp>
      <p:sp>
        <p:nvSpPr>
          <p:cNvPr id="13" name="Slide Number Placeholder 12"/>
          <p:cNvSpPr>
            <a:spLocks noGrp="1"/>
          </p:cNvSpPr>
          <p:nvPr>
            <p:ph type="sldNum" sz="quarter" idx="11"/>
          </p:nvPr>
        </p:nvSpPr>
        <p:spPr>
          <a:xfrm>
            <a:off x="0" y="1314450"/>
            <a:ext cx="1295400" cy="526257"/>
          </a:xfrm>
        </p:spPr>
        <p:txBody>
          <a:bodyPr>
            <a:noAutofit/>
          </a:bodyPr>
          <a:lstStyle>
            <a:lvl1pPr>
              <a:defRPr sz="2400">
                <a:solidFill>
                  <a:srgbClr val="FFFFFF"/>
                </a:solidFill>
              </a:defRPr>
            </a:lvl1pPr>
            <a:extLst/>
          </a:lstStyle>
          <a:p>
            <a:pPr algn="ctr"/>
            <a:fld id="{8F82E0A0-C266-4798-8C8F-B9F91E9DA37E}" type="slidenum">
              <a:rPr lang="en-US" sz="2400" b="1" smtClean="0">
                <a:solidFill>
                  <a:srgbClr val="FFFFFF"/>
                </a:solidFill>
              </a:rPr>
              <a:pPr algn="ctr"/>
              <a:t>‹#›</a:t>
            </a:fld>
            <a:endParaRPr lang="en-US" sz="2400" dirty="0">
              <a:solidFill>
                <a:srgbClr val="FFFFFF"/>
              </a:solidFill>
            </a:endParaRPr>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9" name="Content Placeholder 8"/>
          <p:cNvSpPr>
            <a:spLocks noGrp="1"/>
          </p:cNvSpPr>
          <p:nvPr>
            <p:ph sz="quarter" idx="13"/>
          </p:nvPr>
        </p:nvSpPr>
        <p:spPr>
          <a:xfrm>
            <a:off x="609600" y="1352551"/>
            <a:ext cx="3886200" cy="32686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14"/>
          </p:nvPr>
        </p:nvSpPr>
        <p:spPr>
          <a:xfrm>
            <a:off x="4844901" y="1352549"/>
            <a:ext cx="3886200" cy="3268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5"/>
          </p:nvPr>
        </p:nvSpPr>
        <p:spPr/>
        <p:txBody>
          <a:bodyPr rtlCol="0"/>
          <a:lstStyle/>
          <a:p>
            <a:fld id="{E4606EA6-EFEA-4C30-9264-4F9291A5780D}" type="datetime1">
              <a:rPr lang="en-US" smtClean="0"/>
              <a:pPr/>
              <a:t>12/31/2025</a:t>
            </a:fld>
            <a:endParaRPr lang="en-US"/>
          </a:p>
        </p:txBody>
      </p:sp>
      <p:sp>
        <p:nvSpPr>
          <p:cNvPr id="10" name="Slide Number Placeholder 9"/>
          <p:cNvSpPr>
            <a:spLocks noGrp="1"/>
          </p:cNvSpPr>
          <p:nvPr>
            <p:ph type="sldNum" sz="quarter" idx="16"/>
          </p:nvPr>
        </p:nvSpPr>
        <p:spPr/>
        <p:txBody>
          <a:bodyPr rtlCol="0"/>
          <a:lstStyle/>
          <a:p>
            <a:pPr algn="ctr"/>
            <a:fld id="{8F82E0A0-C266-4798-8C8F-B9F91E9DA37E}" type="slidenum">
              <a:rPr lang="en-US" sz="1400" b="1" smtClean="0">
                <a:solidFill>
                  <a:srgbClr val="FFFFFF"/>
                </a:solidFill>
              </a:rPr>
              <a:pPr algn="ct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12648" y="118110"/>
            <a:ext cx="8153400" cy="1005840"/>
          </a:xfrm>
        </p:spPr>
        <p:txBody>
          <a:bodyPr anchor="b"/>
          <a:lstStyle>
            <a:lvl1pPr>
              <a:defRPr/>
            </a:lvl1pPr>
            <a:extLst/>
          </a:lstStyle>
          <a:p>
            <a:r>
              <a:rPr lang="en-US"/>
              <a:t>Click to edit Master title style</a:t>
            </a:r>
            <a:endParaRPr lang="en-US" dirty="0"/>
          </a:p>
        </p:txBody>
      </p:sp>
      <p:sp>
        <p:nvSpPr>
          <p:cNvPr id="11" name="Content Placeholder 10"/>
          <p:cNvSpPr>
            <a:spLocks noGrp="1"/>
          </p:cNvSpPr>
          <p:nvPr>
            <p:ph sz="quarter" idx="13"/>
          </p:nvPr>
        </p:nvSpPr>
        <p:spPr>
          <a:xfrm>
            <a:off x="609600" y="1919818"/>
            <a:ext cx="3886200" cy="2628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4800600" y="1919818"/>
            <a:ext cx="3886200" cy="2628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p:cNvSpPr>
            <a:spLocks noGrp="1"/>
          </p:cNvSpPr>
          <p:nvPr>
            <p:ph type="dt" sz="half" idx="15"/>
          </p:nvPr>
        </p:nvSpPr>
        <p:spPr/>
        <p:txBody>
          <a:bodyPr rtlCol="0"/>
          <a:lstStyle/>
          <a:p>
            <a:fld id="{E4606EA6-EFEA-4C30-9264-4F9291A5780D}" type="datetime1">
              <a:rPr lang="en-US" smtClean="0"/>
              <a:pPr/>
              <a:t>12/31/2025</a:t>
            </a:fld>
            <a:endParaRPr lang="en-US"/>
          </a:p>
        </p:txBody>
      </p:sp>
      <p:sp>
        <p:nvSpPr>
          <p:cNvPr id="12" name="Slide Number Placeholder 11"/>
          <p:cNvSpPr>
            <a:spLocks noGrp="1"/>
          </p:cNvSpPr>
          <p:nvPr>
            <p:ph type="sldNum" sz="quarter" idx="16"/>
          </p:nvPr>
        </p:nvSpPr>
        <p:spPr/>
        <p:txBody>
          <a:bodyPr rtlCol="0"/>
          <a:lstStyle/>
          <a:p>
            <a:pPr algn="ctr"/>
            <a:fld id="{8F82E0A0-C266-4798-8C8F-B9F91E9DA37E}" type="slidenum">
              <a:rPr lang="en-US" sz="1400" b="1" smtClean="0">
                <a:solidFill>
                  <a:srgbClr val="FFFFFF"/>
                </a:solidFill>
              </a:rPr>
              <a:pPr algn="ct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8"/>
          </p:nvPr>
        </p:nvSpPr>
        <p:spPr>
          <a:xfrm>
            <a:off x="609600" y="1362287"/>
            <a:ext cx="3886200" cy="530352"/>
          </a:xfrm>
          <a:solidFill>
            <a:schemeClr val="accent2"/>
          </a:solidFill>
        </p:spPr>
        <p:txBody>
          <a:bodyPr rtlCol="0" anchor="ctr"/>
          <a:lstStyle>
            <a:lvl1pPr>
              <a:buFontTx/>
              <a:buNone/>
              <a:defRPr sz="2000" b="1">
                <a:solidFill>
                  <a:srgbClr val="FFFFFF"/>
                </a:solidFill>
              </a:defRPr>
            </a:lvl1pPr>
            <a:extLst/>
          </a:lstStyle>
          <a:p>
            <a:pPr lvl="0"/>
            <a:r>
              <a:rPr lang="en-US"/>
              <a:t>Click to edit Master text styles</a:t>
            </a:r>
          </a:p>
        </p:txBody>
      </p:sp>
      <p:sp>
        <p:nvSpPr>
          <p:cNvPr id="15" name="Text Placeholder 14"/>
          <p:cNvSpPr>
            <a:spLocks noGrp="1"/>
          </p:cNvSpPr>
          <p:nvPr>
            <p:ph type="body" sz="quarter" idx="19"/>
          </p:nvPr>
        </p:nvSpPr>
        <p:spPr>
          <a:xfrm>
            <a:off x="4800600" y="1362287"/>
            <a:ext cx="3886200" cy="530352"/>
          </a:xfrm>
          <a:solidFill>
            <a:schemeClr val="accent4"/>
          </a:solidFill>
        </p:spPr>
        <p:txBody>
          <a:bodyPr rtlCol="0" anchor="ctr"/>
          <a:lstStyle>
            <a:lvl1pPr>
              <a:buFontTx/>
              <a:buNone/>
              <a:defRPr sz="2000" b="1">
                <a:solidFill>
                  <a:srgbClr val="FFFFFF"/>
                </a:solidFill>
              </a:defRPr>
            </a:lvl1pPr>
            <a:extLst/>
          </a:lstStyle>
          <a:p>
            <a:pPr lvl="0"/>
            <a:r>
              <a:rPr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DFADB5D-B7A0-47E3-AD2D-B1A6F8614213}" type="datetime1">
              <a:rPr lang="en-US" smtClean="0"/>
              <a:pPr/>
              <a:t>12/31/2025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extLst/>
          </a:lstStyle>
          <a:p>
            <a:fld id="{A3F7CB7D-F184-43C7-B6FD-03D728E1BBFF}" type="slidenum">
              <a:rPr lang="en-US" smtClean="0">
                <a:solidFill>
                  <a:srgbClr val="FFFFFF"/>
                </a:solidFill>
              </a:rPr>
              <a:pPr/>
              <a:t>‹#›</a:t>
            </a:fld>
            <a:endParaRPr lang="en-US" dirty="0">
              <a:solidFill>
                <a:srgbClr val="FFFFFF"/>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968126-03FC-49C0-B9B8-2B561CCC3D90}" type="datetime1">
              <a:rPr lang="en-US" smtClean="0"/>
              <a:pPr/>
              <a:t>12/31/2025</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a:xfrm>
            <a:off x="0" y="4686300"/>
            <a:ext cx="533400" cy="285750"/>
          </a:xfrm>
        </p:spPr>
        <p:txBody>
          <a:bodyPr/>
          <a:lstStyle>
            <a:lvl1pPr>
              <a:defRPr>
                <a:solidFill>
                  <a:schemeClr val="tx2"/>
                </a:solidFill>
              </a:defRPr>
            </a:lvl1pPr>
            <a:extLst/>
          </a:lstStyle>
          <a:p>
            <a:fld id="{A3F7CB7D-F184-43C7-B6FD-03D728E1BBFF}" type="slidenum">
              <a:rPr lang="en-US" smtClean="0">
                <a:solidFill>
                  <a:schemeClr val="tx2"/>
                </a:solidFill>
              </a:rPr>
              <a:pPr/>
              <a:t>‹#›</a:t>
            </a:fld>
            <a:endParaRPr lang="en-US" dirty="0">
              <a:solidFill>
                <a:schemeClr val="tx2"/>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118110"/>
            <a:ext cx="8153400" cy="1005840"/>
          </a:xfrm>
        </p:spPr>
        <p:txBody>
          <a:bodyPr anchor="b"/>
          <a:lstStyle>
            <a:lvl1pPr algn="l">
              <a:buNone/>
              <a:defRPr sz="4200" b="0"/>
            </a:lvl1pPr>
            <a:extLst/>
          </a:lstStyle>
          <a:p>
            <a:r>
              <a:rPr lang="en-US"/>
              <a:t>Click to edit Master title style</a:t>
            </a:r>
            <a:endParaRPr lang="en-US" dirty="0"/>
          </a:p>
        </p:txBody>
      </p:sp>
      <p:sp>
        <p:nvSpPr>
          <p:cNvPr id="5" name="Date Placeholder 4"/>
          <p:cNvSpPr>
            <a:spLocks noGrp="1"/>
          </p:cNvSpPr>
          <p:nvPr>
            <p:ph type="dt" sz="half" idx="10"/>
          </p:nvPr>
        </p:nvSpPr>
        <p:spPr/>
        <p:txBody>
          <a:bodyPr/>
          <a:lstStyle/>
          <a:p>
            <a:fld id="{F49A8198-4617-485E-9585-4840B69DBBA6}" type="datetime1">
              <a:rPr lang="en-US" smtClean="0"/>
              <a:pPr/>
              <a:t>12/31/2025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extLst/>
          </a:lstStyle>
          <a:p>
            <a:fld id="{A3F7CB7D-F184-43C7-B6FD-03D728E1BBFF}" type="slidenum">
              <a:rPr lang="en-US" smtClean="0">
                <a:solidFill>
                  <a:srgbClr val="FFFFFF"/>
                </a:solidFill>
              </a:rPr>
              <a:pPr/>
              <a:t>‹#›</a:t>
            </a:fld>
            <a:endParaRPr lang="en-US" dirty="0">
              <a:solidFill>
                <a:srgbClr val="FFFFFF"/>
              </a:solidFill>
            </a:endParaRPr>
          </a:p>
        </p:txBody>
      </p:sp>
      <p:sp>
        <p:nvSpPr>
          <p:cNvPr id="3" name="Text Placeholder 2"/>
          <p:cNvSpPr>
            <a:spLocks noGrp="1"/>
          </p:cNvSpPr>
          <p:nvPr>
            <p:ph type="body" idx="1"/>
          </p:nvPr>
        </p:nvSpPr>
        <p:spPr>
          <a:xfrm>
            <a:off x="609600" y="1428750"/>
            <a:ext cx="1600200" cy="31242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9" name="Content Placeholder 8"/>
          <p:cNvSpPr>
            <a:spLocks noGrp="1"/>
          </p:cNvSpPr>
          <p:nvPr>
            <p:ph sz="quarter" idx="13"/>
          </p:nvPr>
        </p:nvSpPr>
        <p:spPr>
          <a:xfrm>
            <a:off x="2362200" y="1428750"/>
            <a:ext cx="6400800" cy="3200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557668" y="0"/>
            <a:ext cx="7586332" cy="3419856"/>
          </a:xfrm>
          <a:solidFill>
            <a:schemeClr val="tx2">
              <a:shade val="50000"/>
            </a:schemeClr>
          </a:solidFill>
          <a:ln>
            <a:noFill/>
          </a:ln>
        </p:spPr>
        <p:txBody>
          <a:bodyPr/>
          <a:lstStyle>
            <a:lvl1pPr>
              <a:buNone/>
              <a:defRPr sz="3200"/>
            </a:lvl1pPr>
            <a:extLst/>
          </a:lstStyle>
          <a:p>
            <a:r>
              <a:rPr lang="en-US"/>
              <a:t>Click icon to add picture</a:t>
            </a:r>
            <a:endParaRPr lang="en-US" dirty="0"/>
          </a:p>
        </p:txBody>
      </p:sp>
      <p:sp>
        <p:nvSpPr>
          <p:cNvPr id="4" name="Text Placeholder 3"/>
          <p:cNvSpPr>
            <a:spLocks noGrp="1"/>
          </p:cNvSpPr>
          <p:nvPr>
            <p:ph type="body" sz="half" idx="2"/>
          </p:nvPr>
        </p:nvSpPr>
        <p:spPr>
          <a:xfrm>
            <a:off x="1600200" y="4114800"/>
            <a:ext cx="7315200" cy="51435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extLst/>
          </a:lstStyle>
          <a:p>
            <a:pPr lvl="0"/>
            <a:r>
              <a:rPr lang="en-US"/>
              <a:t>Click to edit Master text styles</a:t>
            </a:r>
          </a:p>
        </p:txBody>
      </p:sp>
      <p:sp>
        <p:nvSpPr>
          <p:cNvPr id="8" name="Rectangle 7"/>
          <p:cNvSpPr/>
          <p:nvPr/>
        </p:nvSpPr>
        <p:spPr>
          <a:xfrm>
            <a:off x="-9144" y="3429000"/>
            <a:ext cx="9144000" cy="665226"/>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Rectangle 8"/>
          <p:cNvSpPr/>
          <p:nvPr/>
        </p:nvSpPr>
        <p:spPr>
          <a:xfrm>
            <a:off x="-9144" y="3497580"/>
            <a:ext cx="1463040" cy="534924"/>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0" name="Rectangle 9"/>
          <p:cNvSpPr/>
          <p:nvPr/>
        </p:nvSpPr>
        <p:spPr>
          <a:xfrm>
            <a:off x="1545336" y="3490722"/>
            <a:ext cx="7589520" cy="534924"/>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2" name="Title 1"/>
          <p:cNvSpPr>
            <a:spLocks noGrp="1"/>
          </p:cNvSpPr>
          <p:nvPr>
            <p:ph type="title"/>
          </p:nvPr>
        </p:nvSpPr>
        <p:spPr>
          <a:xfrm>
            <a:off x="1600200" y="3543300"/>
            <a:ext cx="7315200" cy="457200"/>
          </a:xfrm>
        </p:spPr>
        <p:txBody>
          <a:bodyPr anchor="ctr"/>
          <a:lstStyle>
            <a:lvl1pPr algn="l">
              <a:buNone/>
              <a:defRPr sz="2800" b="0">
                <a:solidFill>
                  <a:srgbClr val="FFFFFF"/>
                </a:solidFill>
              </a:defRPr>
            </a:lvl1pPr>
            <a:extLst/>
          </a:lstStyle>
          <a:p>
            <a:r>
              <a:rPr lang="en-US"/>
              <a:t>Click to edit Master title style</a:t>
            </a:r>
            <a:endParaRPr lang="en-US" dirty="0"/>
          </a:p>
        </p:txBody>
      </p:sp>
      <p:sp>
        <p:nvSpPr>
          <p:cNvPr id="11" name="Rectangle 10"/>
          <p:cNvSpPr/>
          <p:nvPr/>
        </p:nvSpPr>
        <p:spPr>
          <a:xfrm>
            <a:off x="1447800" y="0"/>
            <a:ext cx="100584" cy="515035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12" name="Date Placeholder 11"/>
          <p:cNvSpPr>
            <a:spLocks noGrp="1"/>
          </p:cNvSpPr>
          <p:nvPr>
            <p:ph type="dt" sz="half" idx="10"/>
          </p:nvPr>
        </p:nvSpPr>
        <p:spPr>
          <a:xfrm>
            <a:off x="6248400" y="4686300"/>
            <a:ext cx="2667000" cy="273844"/>
          </a:xfrm>
        </p:spPr>
        <p:txBody>
          <a:bodyPr rtlCol="0"/>
          <a:lstStyle/>
          <a:p>
            <a:fld id="{E4606EA6-EFEA-4C30-9264-4F9291A5780D}" type="datetime1">
              <a:rPr lang="en-US" smtClean="0"/>
              <a:pPr/>
              <a:t>12/31/2025</a:t>
            </a:fld>
            <a:endParaRPr lang="en-US"/>
          </a:p>
        </p:txBody>
      </p:sp>
      <p:sp>
        <p:nvSpPr>
          <p:cNvPr id="13" name="Slide Number Placeholder 12"/>
          <p:cNvSpPr>
            <a:spLocks noGrp="1"/>
          </p:cNvSpPr>
          <p:nvPr>
            <p:ph type="sldNum" sz="quarter" idx="11"/>
          </p:nvPr>
        </p:nvSpPr>
        <p:spPr>
          <a:xfrm>
            <a:off x="0" y="3500437"/>
            <a:ext cx="1447800" cy="497684"/>
          </a:xfrm>
        </p:spPr>
        <p:txBody>
          <a:bodyPr rtlCol="0"/>
          <a:lstStyle>
            <a:lvl1pPr>
              <a:defRPr sz="2800"/>
            </a:lvl1pPr>
            <a:extLst/>
          </a:lstStyle>
          <a:p>
            <a:pPr algn="ctr"/>
            <a:fld id="{8F82E0A0-C266-4798-8C8F-B9F91E9DA37E}" type="slidenum">
              <a:rPr lang="en-US" sz="2800" b="1" smtClean="0">
                <a:solidFill>
                  <a:srgbClr val="FFFFFF"/>
                </a:solidFill>
              </a:rPr>
              <a:pPr algn="ctr"/>
              <a:t>‹#›</a:t>
            </a:fld>
            <a:endParaRPr lang="en-US" sz="2800" dirty="0"/>
          </a:p>
        </p:txBody>
      </p:sp>
      <p:sp>
        <p:nvSpPr>
          <p:cNvPr id="14" name="Footer Placeholder 13"/>
          <p:cNvSpPr>
            <a:spLocks noGrp="1"/>
          </p:cNvSpPr>
          <p:nvPr>
            <p:ph type="ftr" sz="quarter" idx="12"/>
          </p:nvPr>
        </p:nvSpPr>
        <p:spPr>
          <a:xfrm>
            <a:off x="1600200" y="4686155"/>
            <a:ext cx="4572000" cy="273844"/>
          </a:xfrm>
        </p:spPr>
        <p:txBody>
          <a:bodyPr rtlCol="0"/>
          <a:lstStyle/>
          <a:p>
            <a:endParaRPr lang="en-US" dirty="0"/>
          </a:p>
        </p:txBody>
      </p:sp>
    </p:spTree>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Text Placeholder 12"/>
          <p:cNvSpPr>
            <a:spLocks noGrp="1"/>
          </p:cNvSpPr>
          <p:nvPr>
            <p:ph type="body" idx="1"/>
          </p:nvPr>
        </p:nvSpPr>
        <p:spPr>
          <a:xfrm>
            <a:off x="612648" y="1352550"/>
            <a:ext cx="8153400" cy="3242310"/>
          </a:xfrm>
          <a:prstGeom prst="rect">
            <a:avLst/>
          </a:prstGeom>
        </p:spPr>
        <p:txBody>
          <a:bodyPr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Date Placeholder 13"/>
          <p:cNvSpPr>
            <a:spLocks noGrp="1"/>
          </p:cNvSpPr>
          <p:nvPr>
            <p:ph type="dt" sz="half" idx="2"/>
          </p:nvPr>
        </p:nvSpPr>
        <p:spPr>
          <a:xfrm>
            <a:off x="6096000" y="4686300"/>
            <a:ext cx="2667000" cy="273844"/>
          </a:xfrm>
          <a:prstGeom prst="rect">
            <a:avLst/>
          </a:prstGeom>
        </p:spPr>
        <p:txBody>
          <a:bodyPr vert="horz" anchor="ctr" anchorCtr="0"/>
          <a:lstStyle>
            <a:lvl1pPr algn="l">
              <a:defRPr sz="1400">
                <a:solidFill>
                  <a:schemeClr val="tx2"/>
                </a:solidFill>
              </a:defRPr>
            </a:lvl1pPr>
            <a:extLst/>
          </a:lstStyle>
          <a:p>
            <a:fld id="{E4606EA6-EFEA-4C30-9264-4F9291A5780D}" type="datetime1">
              <a:rPr lang="en-US" smtClean="0"/>
              <a:pPr/>
              <a:t>12/31/2025</a:t>
            </a:fld>
            <a:endParaRPr lang="en-US" sz="1400" dirty="0">
              <a:solidFill>
                <a:schemeClr val="tx2"/>
              </a:solidFill>
            </a:endParaRPr>
          </a:p>
        </p:txBody>
      </p:sp>
      <p:sp>
        <p:nvSpPr>
          <p:cNvPr id="3" name="Footer Placeholder 2"/>
          <p:cNvSpPr>
            <a:spLocks noGrp="1"/>
          </p:cNvSpPr>
          <p:nvPr>
            <p:ph type="ftr" sz="quarter" idx="3"/>
          </p:nvPr>
        </p:nvSpPr>
        <p:spPr>
          <a:xfrm>
            <a:off x="609601" y="4686155"/>
            <a:ext cx="5421083" cy="273844"/>
          </a:xfrm>
          <a:prstGeom prst="rect">
            <a:avLst/>
          </a:prstGeom>
        </p:spPr>
        <p:txBody>
          <a:bodyPr vert="horz" anchor="ctr"/>
          <a:lstStyle>
            <a:lvl1pPr algn="r">
              <a:defRPr sz="1400">
                <a:solidFill>
                  <a:schemeClr val="tx2"/>
                </a:solidFill>
              </a:defRPr>
            </a:lvl1pPr>
            <a:extLst/>
          </a:lstStyle>
          <a:p>
            <a:pPr algn="r"/>
            <a:endParaRPr lang="en-US" sz="1400" dirty="0">
              <a:solidFill>
                <a:schemeClr val="tx2"/>
              </a:solidFill>
            </a:endParaRPr>
          </a:p>
        </p:txBody>
      </p:sp>
      <p:sp>
        <p:nvSpPr>
          <p:cNvPr id="7" name="Rectangle 6"/>
          <p:cNvSpPr/>
          <p:nvPr/>
        </p:nvSpPr>
        <p:spPr>
          <a:xfrm>
            <a:off x="0" y="1095170"/>
            <a:ext cx="9144000" cy="24003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8" name="Rectangle 7"/>
          <p:cNvSpPr/>
          <p:nvPr/>
        </p:nvSpPr>
        <p:spPr>
          <a:xfrm>
            <a:off x="0" y="1129460"/>
            <a:ext cx="533400" cy="17145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9" name="Rectangle 8"/>
          <p:cNvSpPr/>
          <p:nvPr/>
        </p:nvSpPr>
        <p:spPr>
          <a:xfrm>
            <a:off x="590550" y="1129460"/>
            <a:ext cx="8553450" cy="17145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a:p>
        </p:txBody>
      </p:sp>
      <p:sp>
        <p:nvSpPr>
          <p:cNvPr id="23" name="Slide Number Placeholder 22"/>
          <p:cNvSpPr>
            <a:spLocks noGrp="1"/>
          </p:cNvSpPr>
          <p:nvPr>
            <p:ph type="sldNum" sz="quarter" idx="4"/>
          </p:nvPr>
        </p:nvSpPr>
        <p:spPr>
          <a:xfrm>
            <a:off x="0" y="1123507"/>
            <a:ext cx="533400" cy="183357"/>
          </a:xfrm>
          <a:prstGeom prst="rect">
            <a:avLst/>
          </a:prstGeom>
        </p:spPr>
        <p:txBody>
          <a:bodyPr vert="horz" anchor="ctr" anchorCtr="0">
            <a:normAutofit/>
          </a:bodyPr>
          <a:lstStyle>
            <a:lvl1pPr algn="ctr">
              <a:defRPr sz="1400" b="1">
                <a:solidFill>
                  <a:srgbClr val="FFFFFF"/>
                </a:solidFill>
              </a:defRPr>
            </a:lvl1pPr>
            <a:extLst/>
          </a:lstStyle>
          <a:p>
            <a:pPr algn="ctr"/>
            <a:fld id="{8F82E0A0-C266-4798-8C8F-B9F91E9DA37E}" type="slidenum">
              <a:rPr lang="en-US" sz="1400" b="1" smtClean="0">
                <a:solidFill>
                  <a:srgbClr val="FFFFFF"/>
                </a:solidFill>
              </a:rPr>
              <a:pPr algn="ctr"/>
              <a:t>‹#›</a:t>
            </a:fld>
            <a:endParaRPr lang="en-US" sz="1400" b="1" dirty="0">
              <a:solidFill>
                <a:srgbClr val="FFFFFF"/>
              </a:solidFill>
            </a:endParaRPr>
          </a:p>
        </p:txBody>
      </p:sp>
      <p:sp>
        <p:nvSpPr>
          <p:cNvPr id="22" name="Title Placeholder 21"/>
          <p:cNvSpPr>
            <a:spLocks noGrp="1"/>
          </p:cNvSpPr>
          <p:nvPr>
            <p:ph type="title"/>
          </p:nvPr>
        </p:nvSpPr>
        <p:spPr>
          <a:xfrm>
            <a:off x="609600" y="118110"/>
            <a:ext cx="8153400" cy="1005840"/>
          </a:xfrm>
          <a:prstGeom prst="rect">
            <a:avLst/>
          </a:prstGeom>
        </p:spPr>
        <p:txBody>
          <a:bodyPr vert="horz" anchor="b">
            <a:normAutofit/>
          </a:bodyPr>
          <a:lstStyle/>
          <a:p>
            <a:r>
              <a:rPr lang="en-US"/>
              <a:t>Click to edit Master title style</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8"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rtl="0" eaLnBrk="1" latinLnBrk="0" hangingPunct="1">
        <a:spcBef>
          <a:spcPct val="0"/>
        </a:spcBef>
        <a:buNone/>
        <a:defRPr sz="4200" kern="1200">
          <a:solidFill>
            <a:schemeClr val="tx2"/>
          </a:solidFill>
          <a:latin typeface="+mj-lt"/>
          <a:ea typeface="+mj-ea"/>
          <a:cs typeface="+mj-cs"/>
        </a:defRPr>
      </a:lvl1pPr>
      <a:extLst/>
    </p:titleStyle>
    <p:bodyStyle>
      <a:lvl1pPr marL="320040" indent="-320040" algn="l" rtl="0" eaLnBrk="1" latinLnBrk="0" hangingPunct="1">
        <a:spcBef>
          <a:spcPts val="700"/>
        </a:spcBef>
        <a:buClr>
          <a:schemeClr val="accent2"/>
        </a:buClr>
        <a:buSzPct val="60000"/>
        <a:buFont typeface="Wingdings"/>
        <a:buChar char=""/>
        <a:defRPr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sz="1800" kern="1200" baseline="0">
          <a:solidFill>
            <a:schemeClr val="tx1"/>
          </a:solidFill>
          <a:latin typeface="+mn-lt"/>
          <a:ea typeface="+mn-ea"/>
          <a:cs typeface="+mn-cs"/>
        </a:defRPr>
      </a:lvl9pPr>
      <a:extLst/>
    </p:bodyStyle>
    <p:otherStyle>
      <a:lvl1pPr marL="0" algn="l" rtl="0" eaLnBrk="1" hangingPunct="1">
        <a:defRPr kern="1200">
          <a:solidFill>
            <a:schemeClr val="tx1"/>
          </a:solidFill>
          <a:latin typeface="+mn-lt"/>
          <a:ea typeface="+mn-ea"/>
          <a:cs typeface="+mn-cs"/>
        </a:defRPr>
      </a:lvl1pPr>
      <a:lvl2pPr marL="457200" algn="l" rtl="0" eaLnBrk="1" hangingPunct="1">
        <a:defRPr kern="1200">
          <a:solidFill>
            <a:schemeClr val="tx1"/>
          </a:solidFill>
          <a:latin typeface="+mn-lt"/>
          <a:ea typeface="+mn-ea"/>
          <a:cs typeface="+mn-cs"/>
        </a:defRPr>
      </a:lvl2pPr>
      <a:lvl3pPr marL="914400" algn="l" rtl="0" eaLnBrk="1" hangingPunct="1">
        <a:defRPr kern="1200">
          <a:solidFill>
            <a:schemeClr val="tx1"/>
          </a:solidFill>
          <a:latin typeface="+mn-lt"/>
          <a:ea typeface="+mn-ea"/>
          <a:cs typeface="+mn-cs"/>
        </a:defRPr>
      </a:lvl3pPr>
      <a:lvl4pPr marL="1371600" algn="l" rtl="0" eaLnBrk="1" hangingPunct="1">
        <a:defRPr kern="1200">
          <a:solidFill>
            <a:schemeClr val="tx1"/>
          </a:solidFill>
          <a:latin typeface="+mn-lt"/>
          <a:ea typeface="+mn-ea"/>
          <a:cs typeface="+mn-cs"/>
        </a:defRPr>
      </a:lvl4pPr>
      <a:lvl5pPr marL="1828800" algn="l" rtl="0" eaLnBrk="1" hangingPunct="1">
        <a:defRPr kern="1200">
          <a:solidFill>
            <a:schemeClr val="tx1"/>
          </a:solidFill>
          <a:latin typeface="+mn-lt"/>
          <a:ea typeface="+mn-ea"/>
          <a:cs typeface="+mn-cs"/>
        </a:defRPr>
      </a:lvl5pPr>
      <a:lvl6pPr marL="2286000" algn="l" rtl="0" eaLnBrk="1" hangingPunct="1">
        <a:defRPr kern="1200">
          <a:solidFill>
            <a:schemeClr val="tx1"/>
          </a:solidFill>
          <a:latin typeface="+mn-lt"/>
          <a:ea typeface="+mn-ea"/>
          <a:cs typeface="+mn-cs"/>
        </a:defRPr>
      </a:lvl6pPr>
      <a:lvl7pPr marL="2743200" algn="l" rtl="0" eaLnBrk="1" hangingPunct="1">
        <a:defRPr kern="1200">
          <a:solidFill>
            <a:schemeClr val="tx1"/>
          </a:solidFill>
          <a:latin typeface="+mn-lt"/>
          <a:ea typeface="+mn-ea"/>
          <a:cs typeface="+mn-cs"/>
        </a:defRPr>
      </a:lvl7pPr>
      <a:lvl8pPr marL="3200400" algn="l" rtl="0" eaLnBrk="1" hangingPunct="1">
        <a:defRPr kern="1200">
          <a:solidFill>
            <a:schemeClr val="tx1"/>
          </a:solidFill>
          <a:latin typeface="+mn-lt"/>
          <a:ea typeface="+mn-ea"/>
          <a:cs typeface="+mn-cs"/>
        </a:defRPr>
      </a:lvl8pPr>
      <a:lvl9pPr marL="3657600" algn="l" rtl="0" eaLnBrk="1" hangingPunct="1">
        <a:defRPr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5.jpg"/><Relationship Id="rId4" Type="http://schemas.openxmlformats.org/officeDocument/2006/relationships/image" Target="../media/image4.jp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p:cNvSpPr>
          <p:nvPr>
            <p:ph type="title"/>
          </p:nvPr>
        </p:nvSpPr>
        <p:spPr>
          <a:xfrm>
            <a:off x="3200400" y="807482"/>
            <a:ext cx="5867400" cy="1447800"/>
          </a:xfrm>
        </p:spPr>
        <p:txBody>
          <a:bodyPr>
            <a:normAutofit/>
          </a:bodyPr>
          <a:lstStyle/>
          <a:p>
            <a:r>
              <a:rPr lang="en-US" b="1" dirty="0"/>
              <a:t>Detection of cotton crop diseases</a:t>
            </a:r>
          </a:p>
        </p:txBody>
      </p:sp>
      <p:sp>
        <p:nvSpPr>
          <p:cNvPr id="5" name="Rectangle 4"/>
          <p:cNvSpPr>
            <a:spLocks noGrp="1"/>
          </p:cNvSpPr>
          <p:nvPr>
            <p:ph type="subTitle" idx="1"/>
          </p:nvPr>
        </p:nvSpPr>
        <p:spPr>
          <a:xfrm>
            <a:off x="2514600" y="4552950"/>
            <a:ext cx="6515100" cy="514350"/>
          </a:xfrm>
        </p:spPr>
        <p:txBody>
          <a:bodyPr>
            <a:normAutofit lnSpcReduction="10000"/>
          </a:bodyPr>
          <a:lstStyle/>
          <a:p>
            <a:r>
              <a:rPr lang="en-US" dirty="0"/>
              <a:t>Department of Software Engineering, IUB</a:t>
            </a:r>
          </a:p>
        </p:txBody>
      </p:sp>
      <p:sp>
        <p:nvSpPr>
          <p:cNvPr id="2" name="TextBox 1"/>
          <p:cNvSpPr txBox="1"/>
          <p:nvPr/>
        </p:nvSpPr>
        <p:spPr>
          <a:xfrm>
            <a:off x="5337148" y="2814250"/>
            <a:ext cx="2206652" cy="646331"/>
          </a:xfrm>
          <a:prstGeom prst="rect">
            <a:avLst/>
          </a:prstGeom>
          <a:noFill/>
        </p:spPr>
        <p:txBody>
          <a:bodyPr wrap="square" rtlCol="0">
            <a:spAutoFit/>
          </a:bodyPr>
          <a:lstStyle/>
          <a:p>
            <a:r>
              <a:rPr lang="en-US" dirty="0"/>
              <a:t>Irsa Rafique</a:t>
            </a:r>
            <a:br>
              <a:rPr lang="en-US" dirty="0"/>
            </a:br>
            <a:r>
              <a:rPr lang="en-US" dirty="0"/>
              <a:t>S22BSEEN1M01125</a:t>
            </a:r>
          </a:p>
        </p:txBody>
      </p:sp>
      <p:sp>
        <p:nvSpPr>
          <p:cNvPr id="6" name="TextBox 5"/>
          <p:cNvSpPr txBox="1"/>
          <p:nvPr/>
        </p:nvSpPr>
        <p:spPr>
          <a:xfrm>
            <a:off x="3276600" y="2952750"/>
            <a:ext cx="2133600" cy="369332"/>
          </a:xfrm>
          <a:prstGeom prst="rect">
            <a:avLst/>
          </a:prstGeom>
          <a:noFill/>
        </p:spPr>
        <p:txBody>
          <a:bodyPr wrap="square" rtlCol="0">
            <a:spAutoFit/>
          </a:bodyPr>
          <a:lstStyle/>
          <a:p>
            <a:r>
              <a:rPr lang="en-US" dirty="0"/>
              <a:t>Presented by:</a:t>
            </a:r>
          </a:p>
        </p:txBody>
      </p:sp>
      <p:sp>
        <p:nvSpPr>
          <p:cNvPr id="7" name="TextBox 6"/>
          <p:cNvSpPr txBox="1"/>
          <p:nvPr/>
        </p:nvSpPr>
        <p:spPr>
          <a:xfrm>
            <a:off x="3276600" y="3620778"/>
            <a:ext cx="1600200" cy="369332"/>
          </a:xfrm>
          <a:prstGeom prst="rect">
            <a:avLst/>
          </a:prstGeom>
          <a:noFill/>
        </p:spPr>
        <p:txBody>
          <a:bodyPr wrap="square" rtlCol="0">
            <a:spAutoFit/>
          </a:bodyPr>
          <a:lstStyle/>
          <a:p>
            <a:r>
              <a:rPr lang="en-US" dirty="0"/>
              <a:t>Supervisor:</a:t>
            </a:r>
          </a:p>
        </p:txBody>
      </p:sp>
      <p:sp>
        <p:nvSpPr>
          <p:cNvPr id="8" name="TextBox 7"/>
          <p:cNvSpPr txBox="1"/>
          <p:nvPr/>
        </p:nvSpPr>
        <p:spPr>
          <a:xfrm>
            <a:off x="5337148" y="3637433"/>
            <a:ext cx="2514600" cy="369332"/>
          </a:xfrm>
          <a:prstGeom prst="rect">
            <a:avLst/>
          </a:prstGeom>
          <a:noFill/>
        </p:spPr>
        <p:txBody>
          <a:bodyPr wrap="square" rtlCol="0">
            <a:spAutoFit/>
          </a:bodyPr>
          <a:lstStyle/>
          <a:p>
            <a:r>
              <a:rPr lang="nb-NO"/>
              <a:t>Dr. Daler </a:t>
            </a:r>
            <a:r>
              <a:rPr lang="nb-NO" dirty="0"/>
              <a:t>Ali Awan</a:t>
            </a:r>
            <a:endParaRPr lang="en-US" dirty="0"/>
          </a:p>
        </p:txBody>
      </p:sp>
      <p:sp>
        <p:nvSpPr>
          <p:cNvPr id="9" name="TextBox 8"/>
          <p:cNvSpPr txBox="1"/>
          <p:nvPr/>
        </p:nvSpPr>
        <p:spPr>
          <a:xfrm>
            <a:off x="3200400" y="438150"/>
            <a:ext cx="2590800" cy="369332"/>
          </a:xfrm>
          <a:prstGeom prst="rect">
            <a:avLst/>
          </a:prstGeom>
          <a:noFill/>
        </p:spPr>
        <p:txBody>
          <a:bodyPr wrap="square" rtlCol="0">
            <a:spAutoFit/>
          </a:bodyPr>
          <a:lstStyle/>
          <a:p>
            <a:r>
              <a:rPr lang="en-US" dirty="0"/>
              <a:t>Final Year Project 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p:cNvSpPr>
          <p:nvPr>
            <p:ph type="title"/>
          </p:nvPr>
        </p:nvSpPr>
        <p:spPr>
          <a:xfrm>
            <a:off x="0" y="1"/>
            <a:ext cx="9144000" cy="1123950"/>
          </a:xfrm>
        </p:spPr>
        <p:txBody>
          <a:bodyPr>
            <a:normAutofit/>
          </a:bodyPr>
          <a:lstStyle/>
          <a:p>
            <a:pPr algn="ctr"/>
            <a:r>
              <a:rPr lang="en-US" sz="4000" b="1" dirty="0"/>
              <a:t>Table Of Content</a:t>
            </a:r>
          </a:p>
        </p:txBody>
      </p:sp>
      <p:sp>
        <p:nvSpPr>
          <p:cNvPr id="5" name="Rectangle 4"/>
          <p:cNvSpPr>
            <a:spLocks noGrp="1"/>
          </p:cNvSpPr>
          <p:nvPr>
            <p:ph type="subTitle" idx="1"/>
          </p:nvPr>
        </p:nvSpPr>
        <p:spPr>
          <a:xfrm>
            <a:off x="2514600" y="4552950"/>
            <a:ext cx="6515100" cy="514350"/>
          </a:xfrm>
        </p:spPr>
        <p:txBody>
          <a:bodyPr>
            <a:normAutofit lnSpcReduction="10000"/>
          </a:bodyPr>
          <a:lstStyle/>
          <a:p>
            <a:r>
              <a:rPr lang="en-US" dirty="0"/>
              <a:t>Department of Software Engineering, IUB</a:t>
            </a:r>
          </a:p>
        </p:txBody>
      </p:sp>
      <p:sp>
        <p:nvSpPr>
          <p:cNvPr id="3" name="TextBox 2"/>
          <p:cNvSpPr txBox="1"/>
          <p:nvPr/>
        </p:nvSpPr>
        <p:spPr>
          <a:xfrm>
            <a:off x="1006974" y="1200150"/>
            <a:ext cx="1905000" cy="369332"/>
          </a:xfrm>
          <a:prstGeom prst="rect">
            <a:avLst/>
          </a:prstGeom>
          <a:noFill/>
        </p:spPr>
        <p:txBody>
          <a:bodyPr wrap="square" rtlCol="0">
            <a:spAutoFit/>
          </a:bodyPr>
          <a:lstStyle/>
          <a:p>
            <a:pPr marL="285750" indent="-285750">
              <a:buFont typeface="Arial" pitchFamily="34" charset="0"/>
              <a:buChar char="•"/>
            </a:pPr>
            <a:r>
              <a:rPr lang="en-US" dirty="0"/>
              <a:t>Introduction</a:t>
            </a:r>
          </a:p>
        </p:txBody>
      </p:sp>
      <p:sp>
        <p:nvSpPr>
          <p:cNvPr id="10" name="TextBox 9"/>
          <p:cNvSpPr txBox="1"/>
          <p:nvPr/>
        </p:nvSpPr>
        <p:spPr>
          <a:xfrm>
            <a:off x="1006974" y="1419286"/>
            <a:ext cx="2362200" cy="369332"/>
          </a:xfrm>
          <a:prstGeom prst="rect">
            <a:avLst/>
          </a:prstGeom>
          <a:noFill/>
        </p:spPr>
        <p:txBody>
          <a:bodyPr wrap="square" rtlCol="0">
            <a:spAutoFit/>
          </a:bodyPr>
          <a:lstStyle/>
          <a:p>
            <a:pPr marL="285750" indent="-285750">
              <a:buFont typeface="Arial" pitchFamily="34" charset="0"/>
              <a:buChar char="•"/>
            </a:pPr>
            <a:r>
              <a:rPr lang="en-US" dirty="0"/>
              <a:t>Problem Statement</a:t>
            </a:r>
          </a:p>
        </p:txBody>
      </p:sp>
      <p:sp>
        <p:nvSpPr>
          <p:cNvPr id="11" name="TextBox 10"/>
          <p:cNvSpPr txBox="1"/>
          <p:nvPr/>
        </p:nvSpPr>
        <p:spPr>
          <a:xfrm>
            <a:off x="1006974" y="1865343"/>
            <a:ext cx="1752600" cy="369332"/>
          </a:xfrm>
          <a:prstGeom prst="rect">
            <a:avLst/>
          </a:prstGeom>
          <a:noFill/>
        </p:spPr>
        <p:txBody>
          <a:bodyPr wrap="square" rtlCol="0">
            <a:spAutoFit/>
          </a:bodyPr>
          <a:lstStyle/>
          <a:p>
            <a:pPr marL="285750" indent="-285750">
              <a:buFont typeface="Arial" pitchFamily="34" charset="0"/>
              <a:buChar char="•"/>
            </a:pPr>
            <a:r>
              <a:rPr lang="en-US" dirty="0"/>
              <a:t>Working</a:t>
            </a:r>
          </a:p>
        </p:txBody>
      </p:sp>
      <p:sp>
        <p:nvSpPr>
          <p:cNvPr id="12" name="TextBox 11"/>
          <p:cNvSpPr txBox="1"/>
          <p:nvPr/>
        </p:nvSpPr>
        <p:spPr>
          <a:xfrm>
            <a:off x="1006974" y="1632938"/>
            <a:ext cx="1752600" cy="369332"/>
          </a:xfrm>
          <a:prstGeom prst="rect">
            <a:avLst/>
          </a:prstGeom>
          <a:noFill/>
        </p:spPr>
        <p:txBody>
          <a:bodyPr wrap="square" rtlCol="0">
            <a:spAutoFit/>
          </a:bodyPr>
          <a:lstStyle/>
          <a:p>
            <a:pPr marL="285750" indent="-285750">
              <a:buFont typeface="Arial" pitchFamily="34" charset="0"/>
              <a:buChar char="•"/>
            </a:pPr>
            <a:r>
              <a:rPr lang="en-US" dirty="0"/>
              <a:t>Scope</a:t>
            </a:r>
          </a:p>
        </p:txBody>
      </p:sp>
      <p:sp>
        <p:nvSpPr>
          <p:cNvPr id="13" name="TextBox 12"/>
          <p:cNvSpPr txBox="1"/>
          <p:nvPr/>
        </p:nvSpPr>
        <p:spPr>
          <a:xfrm>
            <a:off x="993750" y="2082284"/>
            <a:ext cx="2362200" cy="369332"/>
          </a:xfrm>
          <a:prstGeom prst="rect">
            <a:avLst/>
          </a:prstGeom>
          <a:noFill/>
        </p:spPr>
        <p:txBody>
          <a:bodyPr wrap="square" rtlCol="0">
            <a:spAutoFit/>
          </a:bodyPr>
          <a:lstStyle/>
          <a:p>
            <a:pPr marL="285750" indent="-285750">
              <a:buFont typeface="Arial" pitchFamily="34" charset="0"/>
              <a:buChar char="•"/>
            </a:pPr>
            <a:r>
              <a:rPr lang="en-US" dirty="0"/>
              <a:t>System Architecture</a:t>
            </a:r>
          </a:p>
        </p:txBody>
      </p:sp>
      <p:sp>
        <p:nvSpPr>
          <p:cNvPr id="14" name="TextBox 13"/>
          <p:cNvSpPr txBox="1"/>
          <p:nvPr/>
        </p:nvSpPr>
        <p:spPr>
          <a:xfrm>
            <a:off x="1006974" y="2325600"/>
            <a:ext cx="1752600" cy="369332"/>
          </a:xfrm>
          <a:prstGeom prst="rect">
            <a:avLst/>
          </a:prstGeom>
          <a:noFill/>
        </p:spPr>
        <p:txBody>
          <a:bodyPr wrap="square" rtlCol="0">
            <a:spAutoFit/>
          </a:bodyPr>
          <a:lstStyle/>
          <a:p>
            <a:pPr marL="285750" indent="-285750">
              <a:buFont typeface="Arial" pitchFamily="34" charset="0"/>
              <a:buChar char="•"/>
            </a:pPr>
            <a:r>
              <a:rPr lang="en-US" dirty="0"/>
              <a:t>Dataset</a:t>
            </a:r>
          </a:p>
        </p:txBody>
      </p:sp>
      <p:sp>
        <p:nvSpPr>
          <p:cNvPr id="15" name="TextBox 14"/>
          <p:cNvSpPr txBox="1"/>
          <p:nvPr/>
        </p:nvSpPr>
        <p:spPr>
          <a:xfrm>
            <a:off x="1006974" y="3105150"/>
            <a:ext cx="2743200" cy="369332"/>
          </a:xfrm>
          <a:prstGeom prst="rect">
            <a:avLst/>
          </a:prstGeom>
          <a:noFill/>
        </p:spPr>
        <p:txBody>
          <a:bodyPr wrap="square" rtlCol="0">
            <a:spAutoFit/>
          </a:bodyPr>
          <a:lstStyle/>
          <a:p>
            <a:pPr marL="285750" indent="-285750">
              <a:buFont typeface="Arial" pitchFamily="34" charset="0"/>
              <a:buChar char="•"/>
            </a:pPr>
            <a:r>
              <a:rPr lang="en-US" dirty="0"/>
              <a:t>Graphical User Interface</a:t>
            </a:r>
          </a:p>
        </p:txBody>
      </p:sp>
      <p:sp>
        <p:nvSpPr>
          <p:cNvPr id="16" name="TextBox 15"/>
          <p:cNvSpPr txBox="1"/>
          <p:nvPr/>
        </p:nvSpPr>
        <p:spPr>
          <a:xfrm>
            <a:off x="993750" y="3333750"/>
            <a:ext cx="2209800" cy="369332"/>
          </a:xfrm>
          <a:prstGeom prst="rect">
            <a:avLst/>
          </a:prstGeom>
          <a:noFill/>
        </p:spPr>
        <p:txBody>
          <a:bodyPr wrap="square" rtlCol="0">
            <a:spAutoFit/>
          </a:bodyPr>
          <a:lstStyle/>
          <a:p>
            <a:pPr marL="285750" indent="-285750">
              <a:buFont typeface="Arial" pitchFamily="34" charset="0"/>
              <a:buChar char="•"/>
            </a:pPr>
            <a:r>
              <a:rPr lang="en-US" dirty="0"/>
              <a:t>Future Work</a:t>
            </a:r>
          </a:p>
        </p:txBody>
      </p:sp>
      <p:sp>
        <p:nvSpPr>
          <p:cNvPr id="17" name="TextBox 16"/>
          <p:cNvSpPr txBox="1"/>
          <p:nvPr/>
        </p:nvSpPr>
        <p:spPr>
          <a:xfrm>
            <a:off x="993750" y="3562350"/>
            <a:ext cx="1905000" cy="369332"/>
          </a:xfrm>
          <a:prstGeom prst="rect">
            <a:avLst/>
          </a:prstGeom>
          <a:noFill/>
        </p:spPr>
        <p:txBody>
          <a:bodyPr wrap="square" rtlCol="0">
            <a:spAutoFit/>
          </a:bodyPr>
          <a:lstStyle/>
          <a:p>
            <a:pPr marL="285750" indent="-285750">
              <a:buFont typeface="Arial" pitchFamily="34" charset="0"/>
              <a:buChar char="•"/>
            </a:pPr>
            <a:r>
              <a:rPr lang="en-US" dirty="0"/>
              <a:t>Conclusion</a:t>
            </a:r>
          </a:p>
        </p:txBody>
      </p:sp>
      <p:sp>
        <p:nvSpPr>
          <p:cNvPr id="18" name="TextBox 17"/>
          <p:cNvSpPr txBox="1"/>
          <p:nvPr/>
        </p:nvSpPr>
        <p:spPr>
          <a:xfrm>
            <a:off x="993750" y="2597062"/>
            <a:ext cx="3352800" cy="369332"/>
          </a:xfrm>
          <a:prstGeom prst="rect">
            <a:avLst/>
          </a:prstGeom>
          <a:noFill/>
        </p:spPr>
        <p:txBody>
          <a:bodyPr wrap="square" rtlCol="0">
            <a:spAutoFit/>
          </a:bodyPr>
          <a:lstStyle/>
          <a:p>
            <a:pPr marL="285750" indent="-285750">
              <a:buFont typeface="Arial" pitchFamily="34" charset="0"/>
              <a:buChar char="•"/>
            </a:pPr>
            <a:r>
              <a:rPr lang="en-US" dirty="0"/>
              <a:t>Model Training and evaluation</a:t>
            </a:r>
          </a:p>
        </p:txBody>
      </p:sp>
      <p:sp>
        <p:nvSpPr>
          <p:cNvPr id="19" name="TextBox 18"/>
          <p:cNvSpPr txBox="1"/>
          <p:nvPr/>
        </p:nvSpPr>
        <p:spPr>
          <a:xfrm>
            <a:off x="993750" y="2831110"/>
            <a:ext cx="5026050" cy="369332"/>
          </a:xfrm>
          <a:prstGeom prst="rect">
            <a:avLst/>
          </a:prstGeom>
          <a:noFill/>
        </p:spPr>
        <p:txBody>
          <a:bodyPr wrap="square" rtlCol="0">
            <a:spAutoFit/>
          </a:bodyPr>
          <a:lstStyle/>
          <a:p>
            <a:pPr marL="285750" indent="-285750">
              <a:buFont typeface="Arial" pitchFamily="34" charset="0"/>
              <a:buChar char="•"/>
            </a:pPr>
            <a:r>
              <a:rPr lang="en-US" dirty="0"/>
              <a:t>Integration of Mobile app and AI Model</a:t>
            </a:r>
          </a:p>
        </p:txBody>
      </p:sp>
    </p:spTree>
    <p:extLst>
      <p:ext uri="{BB962C8B-B14F-4D97-AF65-F5344CB8AC3E}">
        <p14:creationId xmlns:p14="http://schemas.microsoft.com/office/powerpoint/2010/main" val="13725578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dirty="0"/>
              <a:t>Introduction</a:t>
            </a:r>
          </a:p>
        </p:txBody>
      </p:sp>
      <p:sp>
        <p:nvSpPr>
          <p:cNvPr id="3" name="Rectangle 2"/>
          <p:cNvSpPr>
            <a:spLocks noGrp="1"/>
          </p:cNvSpPr>
          <p:nvPr>
            <p:ph sz="quarter" idx="13"/>
          </p:nvPr>
        </p:nvSpPr>
        <p:spPr>
          <a:xfrm>
            <a:off x="228600" y="1504950"/>
            <a:ext cx="8305800" cy="1219199"/>
          </a:xfrm>
        </p:spPr>
        <p:txBody>
          <a:bodyPr>
            <a:normAutofit/>
          </a:bodyPr>
          <a:lstStyle/>
          <a:p>
            <a:pPr algn="just"/>
            <a:r>
              <a:rPr lang="en-US" sz="2000" dirty="0"/>
              <a:t>The "Detection of Cotton Crop Diseases" project aims to develop a mobile application using computer vision techniques to identify three major diseases affecting cotton crops: “Bacterial Blight, Curl Virus, and Fusarium Wilt”. </a:t>
            </a:r>
          </a:p>
        </p:txBody>
      </p:sp>
      <p:sp>
        <p:nvSpPr>
          <p:cNvPr id="4" name="Rectangle 3"/>
          <p:cNvSpPr>
            <a:spLocks noGrp="1"/>
          </p:cNvSpPr>
          <p:nvPr>
            <p:ph sz="quarter" idx="14"/>
          </p:nvPr>
        </p:nvSpPr>
        <p:spPr>
          <a:xfrm>
            <a:off x="228600" y="2952750"/>
            <a:ext cx="8305800" cy="1447800"/>
          </a:xfrm>
        </p:spPr>
        <p:txBody>
          <a:bodyPr>
            <a:normAutofit/>
          </a:bodyPr>
          <a:lstStyle/>
          <a:p>
            <a:pPr algn="just"/>
            <a:r>
              <a:rPr lang="en-US" sz="2000" dirty="0"/>
              <a:t>The project's primary goal is to assist cotton farmers in early disease detection, thereby preventing extensive crop damage and enhancing overall yield. The application run on the Android platform and employ advanced image processing and machine learning algorithms.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dirty="0"/>
              <a:t>Problem Statement</a:t>
            </a:r>
          </a:p>
        </p:txBody>
      </p:sp>
      <p:sp>
        <p:nvSpPr>
          <p:cNvPr id="3" name="Rectangle 2"/>
          <p:cNvSpPr>
            <a:spLocks noGrp="1"/>
          </p:cNvSpPr>
          <p:nvPr>
            <p:ph sz="quarter" idx="13"/>
          </p:nvPr>
        </p:nvSpPr>
        <p:spPr>
          <a:xfrm>
            <a:off x="304800" y="1352550"/>
            <a:ext cx="8839200" cy="609600"/>
          </a:xfrm>
        </p:spPr>
        <p:txBody>
          <a:bodyPr anchor="ctr">
            <a:normAutofit/>
          </a:bodyPr>
          <a:lstStyle/>
          <a:p>
            <a:pPr marL="274320" lvl="1"/>
            <a:r>
              <a:rPr lang="en-US" sz="1600" dirty="0"/>
              <a:t>The cotton crop faces a constant threat from these three devastating diseases</a:t>
            </a:r>
          </a:p>
        </p:txBody>
      </p:sp>
      <p:pic>
        <p:nvPicPr>
          <p:cNvPr id="6" name="Rounded Rectangle 4"/>
          <p:cNvPicPr>
            <a:picLocks noChangeAspect="1" noChangeArrowheads="1"/>
          </p:cNvPicPr>
          <p:nvPr/>
        </p:nvPicPr>
        <p:blipFill>
          <a:blip r:embed="rId3"/>
          <a:srcRect/>
          <a:stretch>
            <a:fillRect/>
          </a:stretch>
        </p:blipFill>
        <p:spPr bwMode="auto">
          <a:xfrm>
            <a:off x="6858000" y="2419350"/>
            <a:ext cx="1981200" cy="1156217"/>
          </a:xfrm>
          <a:prstGeom prst="roundRect">
            <a:avLst>
              <a:gd name="adj" fmla="val 4815"/>
            </a:avLst>
          </a:prstGeom>
          <a:noFill/>
          <a:ln w="38100" cap="flat" cmpd="sng" algn="ctr">
            <a:solidFill>
              <a:schemeClr val="tx1"/>
            </a:solidFill>
            <a:prstDash val="solid"/>
            <a:miter lim="800000"/>
            <a:headEnd type="none" w="med" len="med"/>
            <a:tailEnd type="none" w="med" len="med"/>
          </a:ln>
          <a:effectLst/>
        </p:spPr>
      </p:pic>
      <p:sp>
        <p:nvSpPr>
          <p:cNvPr id="4" name="Content Placeholder 3"/>
          <p:cNvSpPr>
            <a:spLocks noGrp="1"/>
          </p:cNvSpPr>
          <p:nvPr>
            <p:ph sz="quarter" idx="14"/>
          </p:nvPr>
        </p:nvSpPr>
        <p:spPr>
          <a:xfrm>
            <a:off x="304800" y="1885950"/>
            <a:ext cx="8305800" cy="1154075"/>
          </a:xfrm>
        </p:spPr>
        <p:txBody>
          <a:bodyPr>
            <a:normAutofit fontScale="25000" lnSpcReduction="20000"/>
          </a:bodyPr>
          <a:lstStyle/>
          <a:p>
            <a:pPr marL="0" lvl="0" indent="0">
              <a:buNone/>
            </a:pPr>
            <a:r>
              <a:rPr lang="en-US" sz="8800" b="1" dirty="0"/>
              <a:t>Curl Virus: </a:t>
            </a:r>
          </a:p>
          <a:p>
            <a:pPr lvl="0" algn="just">
              <a:buFont typeface="Arial" pitchFamily="34" charset="0"/>
              <a:buChar char="•"/>
            </a:pPr>
            <a:r>
              <a:rPr lang="en-US" sz="6400" dirty="0"/>
              <a:t>First identified in 1911, Punjab region, Pakistan</a:t>
            </a:r>
          </a:p>
          <a:p>
            <a:pPr lvl="0" algn="just">
              <a:buFont typeface="Arial" pitchFamily="34" charset="0"/>
              <a:buChar char="•"/>
            </a:pPr>
            <a:r>
              <a:rPr lang="en-US" sz="6400" dirty="0"/>
              <a:t>Yield reductions of 80-100% are common in susceptible cotton varieties.</a:t>
            </a:r>
          </a:p>
          <a:p>
            <a:pPr lvl="0" algn="just">
              <a:buFont typeface="Arial" pitchFamily="34" charset="0"/>
              <a:buChar char="•"/>
            </a:pPr>
            <a:r>
              <a:rPr lang="en-US" sz="6400" dirty="0"/>
              <a:t>Estimated annual losses of $500 million globally.</a:t>
            </a:r>
            <a:endParaRPr lang="en-US" sz="6400" b="1" dirty="0"/>
          </a:p>
          <a:p>
            <a:pPr marL="0" indent="0">
              <a:buNone/>
            </a:pPr>
            <a:br>
              <a:rPr lang="en-US" sz="2200" dirty="0"/>
            </a:br>
            <a:endParaRPr lang="en-US" sz="2200" b="1" dirty="0"/>
          </a:p>
          <a:p>
            <a:endParaRPr lang="en-US" sz="2200" b="1" dirty="0"/>
          </a:p>
        </p:txBody>
      </p:sp>
      <p:sp>
        <p:nvSpPr>
          <p:cNvPr id="7" name="TextBox 6"/>
          <p:cNvSpPr txBox="1"/>
          <p:nvPr/>
        </p:nvSpPr>
        <p:spPr>
          <a:xfrm>
            <a:off x="228600" y="3257550"/>
            <a:ext cx="8305800" cy="430887"/>
          </a:xfrm>
          <a:prstGeom prst="rect">
            <a:avLst/>
          </a:prstGeom>
          <a:noFill/>
        </p:spPr>
        <p:txBody>
          <a:bodyPr wrap="square" rtlCol="0">
            <a:spAutoFit/>
          </a:bodyPr>
          <a:lstStyle/>
          <a:p>
            <a:r>
              <a:rPr lang="en-US" sz="2200" b="1" dirty="0"/>
              <a:t>Fusarium Wilt:</a:t>
            </a:r>
            <a:endParaRPr lang="en-US" sz="2200" dirty="0"/>
          </a:p>
        </p:txBody>
      </p:sp>
      <p:sp>
        <p:nvSpPr>
          <p:cNvPr id="8" name="TextBox 7"/>
          <p:cNvSpPr txBox="1"/>
          <p:nvPr/>
        </p:nvSpPr>
        <p:spPr>
          <a:xfrm>
            <a:off x="304800" y="3790950"/>
            <a:ext cx="7200900" cy="861774"/>
          </a:xfrm>
          <a:prstGeom prst="rect">
            <a:avLst/>
          </a:prstGeom>
          <a:noFill/>
        </p:spPr>
        <p:txBody>
          <a:bodyPr wrap="square" rtlCol="0">
            <a:spAutoFit/>
          </a:bodyPr>
          <a:lstStyle/>
          <a:p>
            <a:pPr marL="285750" lvl="1" indent="-285750" algn="just">
              <a:buFont typeface="Arial" pitchFamily="34" charset="0"/>
              <a:buChar char="•"/>
            </a:pPr>
            <a:r>
              <a:rPr lang="en-US" sz="1600" dirty="0"/>
              <a:t>First identified: Late 19th century in the United States.</a:t>
            </a:r>
          </a:p>
          <a:p>
            <a:pPr marL="285750" lvl="1" indent="-285750" algn="just">
              <a:buFont typeface="Arial" pitchFamily="34" charset="0"/>
              <a:buChar char="•"/>
            </a:pPr>
            <a:r>
              <a:rPr lang="en-US" sz="1600" dirty="0"/>
              <a:t>Yield losses of 20-50% are common, but complete plant death can occur</a:t>
            </a:r>
            <a:endParaRPr lang="en-US" sz="1600" b="1" dirty="0"/>
          </a:p>
          <a:p>
            <a:pPr marL="285750" lvl="1" indent="-285750" algn="just">
              <a:buFont typeface="Arial" pitchFamily="34" charset="0"/>
              <a:buChar char="•"/>
            </a:pPr>
            <a:r>
              <a:rPr lang="en-US" sz="1600" dirty="0"/>
              <a:t>Estimated annual losses of $1 billion globally.</a:t>
            </a:r>
            <a:endParaRPr lang="en-US" sz="16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dirty="0"/>
              <a:t>Problem Statement</a:t>
            </a:r>
          </a:p>
        </p:txBody>
      </p:sp>
      <p:sp>
        <p:nvSpPr>
          <p:cNvPr id="3" name="Rectangle 2"/>
          <p:cNvSpPr>
            <a:spLocks noGrp="1"/>
          </p:cNvSpPr>
          <p:nvPr>
            <p:ph sz="quarter" idx="13"/>
          </p:nvPr>
        </p:nvSpPr>
        <p:spPr>
          <a:xfrm flipH="1">
            <a:off x="228600" y="1352550"/>
            <a:ext cx="76200" cy="609600"/>
          </a:xfrm>
        </p:spPr>
        <p:txBody>
          <a:bodyPr anchor="ctr">
            <a:normAutofit/>
          </a:bodyPr>
          <a:lstStyle/>
          <a:p>
            <a:pPr marL="0" lvl="1" indent="0">
              <a:buNone/>
            </a:pPr>
            <a:r>
              <a:rPr lang="en-US" sz="200" dirty="0"/>
              <a:t>a</a:t>
            </a:r>
          </a:p>
        </p:txBody>
      </p:sp>
      <p:sp>
        <p:nvSpPr>
          <p:cNvPr id="4" name="Content Placeholder 3"/>
          <p:cNvSpPr>
            <a:spLocks noGrp="1"/>
          </p:cNvSpPr>
          <p:nvPr>
            <p:ph sz="quarter" idx="14"/>
          </p:nvPr>
        </p:nvSpPr>
        <p:spPr>
          <a:xfrm>
            <a:off x="304800" y="1581150"/>
            <a:ext cx="8305800" cy="1154075"/>
          </a:xfrm>
        </p:spPr>
        <p:txBody>
          <a:bodyPr>
            <a:normAutofit/>
          </a:bodyPr>
          <a:lstStyle/>
          <a:p>
            <a:pPr marL="0" indent="0">
              <a:buNone/>
            </a:pPr>
            <a:endParaRPr lang="en-US" sz="2200" b="1" dirty="0"/>
          </a:p>
          <a:p>
            <a:pPr marL="0" indent="0">
              <a:buNone/>
            </a:pPr>
            <a:endParaRPr lang="en-US" sz="2200" b="1" dirty="0"/>
          </a:p>
        </p:txBody>
      </p:sp>
      <p:sp>
        <p:nvSpPr>
          <p:cNvPr id="7" name="TextBox 6"/>
          <p:cNvSpPr txBox="1"/>
          <p:nvPr/>
        </p:nvSpPr>
        <p:spPr>
          <a:xfrm>
            <a:off x="304800" y="1410398"/>
            <a:ext cx="8186777" cy="430887"/>
          </a:xfrm>
          <a:prstGeom prst="rect">
            <a:avLst/>
          </a:prstGeom>
          <a:noFill/>
        </p:spPr>
        <p:txBody>
          <a:bodyPr wrap="square" rtlCol="0">
            <a:spAutoFit/>
          </a:bodyPr>
          <a:lstStyle/>
          <a:p>
            <a:r>
              <a:rPr lang="en-US" sz="2200" b="1" dirty="0"/>
              <a:t>Bacterial</a:t>
            </a:r>
            <a:r>
              <a:rPr lang="en-US" sz="2000" b="1" dirty="0"/>
              <a:t> Blight:</a:t>
            </a:r>
          </a:p>
        </p:txBody>
      </p:sp>
      <p:sp>
        <p:nvSpPr>
          <p:cNvPr id="8" name="TextBox 7"/>
          <p:cNvSpPr txBox="1"/>
          <p:nvPr/>
        </p:nvSpPr>
        <p:spPr>
          <a:xfrm>
            <a:off x="304800" y="1903313"/>
            <a:ext cx="7200900" cy="1323439"/>
          </a:xfrm>
          <a:prstGeom prst="rect">
            <a:avLst/>
          </a:prstGeom>
          <a:noFill/>
        </p:spPr>
        <p:txBody>
          <a:bodyPr wrap="square" rtlCol="0">
            <a:spAutoFit/>
          </a:bodyPr>
          <a:lstStyle/>
          <a:p>
            <a:pPr marL="285750" lvl="1" indent="-285750" algn="just">
              <a:buFont typeface="Arial" pitchFamily="34" charset="0"/>
              <a:buChar char="•"/>
            </a:pPr>
            <a:r>
              <a:rPr lang="en-US" sz="1600" dirty="0"/>
              <a:t>First identified in Early 20th century in the United States. </a:t>
            </a:r>
          </a:p>
          <a:p>
            <a:pPr marL="285750" lvl="1" indent="-285750" algn="just">
              <a:buFont typeface="Arial" pitchFamily="34" charset="0"/>
              <a:buChar char="•"/>
            </a:pPr>
            <a:r>
              <a:rPr lang="en-US" sz="1600" dirty="0"/>
              <a:t>Yield losses of 10-30% are common, but severe outbreaks can cause complete crop failure.</a:t>
            </a:r>
          </a:p>
          <a:p>
            <a:pPr marL="285750" lvl="1" indent="-285750" algn="just">
              <a:buFont typeface="Arial" pitchFamily="34" charset="0"/>
              <a:buChar char="•"/>
            </a:pPr>
            <a:r>
              <a:rPr lang="en-US" sz="1600" dirty="0"/>
              <a:t>Estimated annual losses of $1 billion globally. </a:t>
            </a:r>
            <a:endParaRPr lang="en-US" sz="1600" b="1" dirty="0"/>
          </a:p>
          <a:p>
            <a:pPr marL="0" lvl="1"/>
            <a:endParaRPr lang="en-US" sz="1600" b="1" dirty="0"/>
          </a:p>
        </p:txBody>
      </p:sp>
      <p:sp>
        <p:nvSpPr>
          <p:cNvPr id="5" name="TextBox 4"/>
          <p:cNvSpPr txBox="1"/>
          <p:nvPr/>
        </p:nvSpPr>
        <p:spPr>
          <a:xfrm>
            <a:off x="609600" y="3257550"/>
            <a:ext cx="6324600" cy="1107996"/>
          </a:xfrm>
          <a:prstGeom prst="rect">
            <a:avLst/>
          </a:prstGeom>
          <a:noFill/>
        </p:spPr>
        <p:txBody>
          <a:bodyPr wrap="square" rtlCol="0">
            <a:spAutoFit/>
          </a:bodyPr>
          <a:lstStyle/>
          <a:p>
            <a:r>
              <a:rPr lang="en-US" sz="1600" dirty="0"/>
              <a:t>Cotton accounts for over </a:t>
            </a:r>
            <a:r>
              <a:rPr lang="en-US" sz="1600" b="1" dirty="0"/>
              <a:t>10% of agricultural exports </a:t>
            </a:r>
            <a:r>
              <a:rPr lang="en-US" sz="1600" dirty="0"/>
              <a:t>in Pakistan.</a:t>
            </a:r>
            <a:endParaRPr lang="en-US" sz="1600" b="1" dirty="0"/>
          </a:p>
          <a:p>
            <a:pPr lvl="0"/>
            <a:r>
              <a:rPr lang="en-US" sz="1600" b="1" dirty="0"/>
              <a:t>In 2015, </a:t>
            </a:r>
            <a:r>
              <a:rPr lang="en-US" sz="1600" dirty="0"/>
              <a:t>curl virus alone caused an estimated loss of </a:t>
            </a:r>
            <a:r>
              <a:rPr lang="en-US" sz="1600" b="1" dirty="0"/>
              <a:t>$1.2 billion in export revenue </a:t>
            </a:r>
            <a:r>
              <a:rPr lang="en-US" sz="1600" dirty="0"/>
              <a:t>in Pakistan.</a:t>
            </a:r>
          </a:p>
          <a:p>
            <a:endParaRPr lang="en-US" dirty="0"/>
          </a:p>
        </p:txBody>
      </p:sp>
    </p:spTree>
    <p:extLst>
      <p:ext uri="{BB962C8B-B14F-4D97-AF65-F5344CB8AC3E}">
        <p14:creationId xmlns:p14="http://schemas.microsoft.com/office/powerpoint/2010/main" val="39094551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dirty="0"/>
              <a:t>Scope</a:t>
            </a:r>
          </a:p>
        </p:txBody>
      </p:sp>
      <p:sp>
        <p:nvSpPr>
          <p:cNvPr id="3" name="Rectangle 2"/>
          <p:cNvSpPr>
            <a:spLocks noGrp="1"/>
          </p:cNvSpPr>
          <p:nvPr>
            <p:ph sz="quarter" idx="13"/>
          </p:nvPr>
        </p:nvSpPr>
        <p:spPr>
          <a:xfrm flipH="1">
            <a:off x="228600" y="1352550"/>
            <a:ext cx="76200" cy="609600"/>
          </a:xfrm>
        </p:spPr>
        <p:txBody>
          <a:bodyPr anchor="ctr">
            <a:normAutofit/>
          </a:bodyPr>
          <a:lstStyle/>
          <a:p>
            <a:pPr marL="0" lvl="1" indent="0">
              <a:buNone/>
            </a:pPr>
            <a:r>
              <a:rPr lang="en-US" sz="200" dirty="0"/>
              <a:t>a</a:t>
            </a:r>
          </a:p>
        </p:txBody>
      </p:sp>
      <p:sp>
        <p:nvSpPr>
          <p:cNvPr id="4" name="Content Placeholder 3"/>
          <p:cNvSpPr>
            <a:spLocks noGrp="1"/>
          </p:cNvSpPr>
          <p:nvPr>
            <p:ph sz="quarter" idx="14"/>
          </p:nvPr>
        </p:nvSpPr>
        <p:spPr>
          <a:xfrm>
            <a:off x="304800" y="1581150"/>
            <a:ext cx="8305800" cy="1154075"/>
          </a:xfrm>
        </p:spPr>
        <p:txBody>
          <a:bodyPr>
            <a:normAutofit/>
          </a:bodyPr>
          <a:lstStyle/>
          <a:p>
            <a:pPr marL="0" indent="0">
              <a:buNone/>
            </a:pPr>
            <a:endParaRPr lang="en-US" sz="2200" b="1" dirty="0"/>
          </a:p>
          <a:p>
            <a:pPr marL="0" indent="0">
              <a:buNone/>
            </a:pPr>
            <a:endParaRPr lang="en-US" sz="2200" b="1" dirty="0"/>
          </a:p>
        </p:txBody>
      </p:sp>
      <p:sp>
        <p:nvSpPr>
          <p:cNvPr id="8" name="TextBox 7"/>
          <p:cNvSpPr txBox="1"/>
          <p:nvPr/>
        </p:nvSpPr>
        <p:spPr>
          <a:xfrm>
            <a:off x="381000" y="1571141"/>
            <a:ext cx="7465238" cy="1077218"/>
          </a:xfrm>
          <a:prstGeom prst="rect">
            <a:avLst/>
          </a:prstGeom>
          <a:noFill/>
        </p:spPr>
        <p:txBody>
          <a:bodyPr wrap="square" rtlCol="0">
            <a:spAutoFit/>
          </a:bodyPr>
          <a:lstStyle/>
          <a:p>
            <a:pPr algn="just"/>
            <a:r>
              <a:rPr lang="en-US" sz="1600" dirty="0"/>
              <a:t>The project successfully addresses the critical need for timely disease detection in cotton crops, contributing to sustainable agriculture and food security. By leveraging computer vision, the application provides an efficient and user-friendly solution for farmers.</a:t>
            </a:r>
          </a:p>
          <a:p>
            <a:pPr marL="0" lvl="1"/>
            <a:endParaRPr lang="en-US" sz="1600" b="1" dirty="0"/>
          </a:p>
        </p:txBody>
      </p:sp>
      <p:sp>
        <p:nvSpPr>
          <p:cNvPr id="5" name="TextBox 4"/>
          <p:cNvSpPr txBox="1"/>
          <p:nvPr/>
        </p:nvSpPr>
        <p:spPr>
          <a:xfrm>
            <a:off x="381000" y="2571750"/>
            <a:ext cx="7865288" cy="2092881"/>
          </a:xfrm>
          <a:prstGeom prst="rect">
            <a:avLst/>
          </a:prstGeom>
          <a:noFill/>
        </p:spPr>
        <p:txBody>
          <a:bodyPr wrap="square" rtlCol="0">
            <a:spAutoFit/>
          </a:bodyPr>
          <a:lstStyle/>
          <a:p>
            <a:r>
              <a:rPr lang="en-US" sz="1600" dirty="0"/>
              <a:t>This project is not merely an academic exercise; it's a contribution to safeguarding Pakistan's cotton industry, a vital engine of the nation's economy. By empowering farmers with early and accurate disease detection, my app has the potential to:</a:t>
            </a:r>
          </a:p>
          <a:p>
            <a:r>
              <a:rPr lang="en-US" sz="1600" dirty="0"/>
              <a:t> </a:t>
            </a:r>
          </a:p>
          <a:p>
            <a:pPr marL="285750" indent="-285750">
              <a:buFont typeface="Arial" pitchFamily="34" charset="0"/>
              <a:buChar char="•"/>
            </a:pPr>
            <a:r>
              <a:rPr lang="en-US" sz="1600" b="1" dirty="0"/>
              <a:t>Reduce yield losses</a:t>
            </a:r>
          </a:p>
          <a:p>
            <a:pPr marL="285750" indent="-285750">
              <a:buFont typeface="Arial" pitchFamily="34" charset="0"/>
              <a:buChar char="•"/>
            </a:pPr>
            <a:r>
              <a:rPr lang="en-US" sz="1600" b="1" dirty="0"/>
              <a:t>Improve cotton quality</a:t>
            </a:r>
          </a:p>
          <a:p>
            <a:pPr marL="285750" indent="-285750">
              <a:buFont typeface="Arial" pitchFamily="34" charset="0"/>
              <a:buChar char="•"/>
            </a:pPr>
            <a:r>
              <a:rPr lang="en-US" sz="1600" b="1" dirty="0"/>
              <a:t>Enhance farm profitability</a:t>
            </a:r>
            <a:endParaRPr lang="en-US" sz="1600" dirty="0"/>
          </a:p>
          <a:p>
            <a:endParaRPr lang="en-US" dirty="0"/>
          </a:p>
        </p:txBody>
      </p:sp>
    </p:spTree>
    <p:extLst>
      <p:ext uri="{BB962C8B-B14F-4D97-AF65-F5344CB8AC3E}">
        <p14:creationId xmlns:p14="http://schemas.microsoft.com/office/powerpoint/2010/main" val="33608634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dirty="0"/>
              <a:t>Working of Project</a:t>
            </a:r>
          </a:p>
        </p:txBody>
      </p:sp>
      <p:sp>
        <p:nvSpPr>
          <p:cNvPr id="3" name="Rectangle 2"/>
          <p:cNvSpPr>
            <a:spLocks noGrp="1"/>
          </p:cNvSpPr>
          <p:nvPr>
            <p:ph sz="quarter" idx="13"/>
          </p:nvPr>
        </p:nvSpPr>
        <p:spPr>
          <a:xfrm flipH="1">
            <a:off x="228600" y="1352550"/>
            <a:ext cx="76200" cy="609600"/>
          </a:xfrm>
        </p:spPr>
        <p:txBody>
          <a:bodyPr anchor="ctr">
            <a:normAutofit/>
          </a:bodyPr>
          <a:lstStyle/>
          <a:p>
            <a:pPr marL="0" lvl="1" indent="0">
              <a:buNone/>
            </a:pPr>
            <a:r>
              <a:rPr lang="en-US" sz="200" dirty="0"/>
              <a:t>a</a:t>
            </a:r>
          </a:p>
        </p:txBody>
      </p:sp>
      <p:sp>
        <p:nvSpPr>
          <p:cNvPr id="4" name="Content Placeholder 3"/>
          <p:cNvSpPr>
            <a:spLocks noGrp="1"/>
          </p:cNvSpPr>
          <p:nvPr>
            <p:ph sz="quarter" idx="14"/>
          </p:nvPr>
        </p:nvSpPr>
        <p:spPr>
          <a:xfrm>
            <a:off x="304800" y="1581150"/>
            <a:ext cx="8305800" cy="1154075"/>
          </a:xfrm>
        </p:spPr>
        <p:txBody>
          <a:bodyPr>
            <a:normAutofit/>
          </a:bodyPr>
          <a:lstStyle/>
          <a:p>
            <a:pPr marL="0" indent="0">
              <a:buNone/>
            </a:pPr>
            <a:endParaRPr lang="en-US" sz="2200" b="1" dirty="0"/>
          </a:p>
          <a:p>
            <a:pPr marL="0" indent="0">
              <a:buNone/>
            </a:pPr>
            <a:endParaRPr lang="en-US" sz="2200" b="1" dirty="0"/>
          </a:p>
        </p:txBody>
      </p:sp>
      <p:sp>
        <p:nvSpPr>
          <p:cNvPr id="8" name="TextBox 7"/>
          <p:cNvSpPr txBox="1"/>
          <p:nvPr/>
        </p:nvSpPr>
        <p:spPr>
          <a:xfrm>
            <a:off x="381000" y="1571141"/>
            <a:ext cx="7465238" cy="1077218"/>
          </a:xfrm>
          <a:prstGeom prst="rect">
            <a:avLst/>
          </a:prstGeom>
          <a:noFill/>
        </p:spPr>
        <p:txBody>
          <a:bodyPr wrap="square" rtlCol="0">
            <a:spAutoFit/>
          </a:bodyPr>
          <a:lstStyle/>
          <a:p>
            <a:pPr marL="285750" lvl="1" indent="-285750" algn="just">
              <a:buFont typeface="Arial" pitchFamily="34" charset="0"/>
              <a:buChar char="•"/>
            </a:pPr>
            <a:r>
              <a:rPr lang="en-US" sz="1600" dirty="0"/>
              <a:t>The GUI of the project is a Android app, which could be operated simply.</a:t>
            </a:r>
            <a:br>
              <a:rPr lang="en-US" sz="1600" dirty="0"/>
            </a:br>
            <a:r>
              <a:rPr lang="en-US" sz="1600" dirty="0"/>
              <a:t>One can use it by simply clicking the photo of a cotton crop or by uploading the picture of a cotton crop leaf, then simply it will display up the name of the disease in three languages including, English, Urdu and Hindi.</a:t>
            </a:r>
          </a:p>
        </p:txBody>
      </p:sp>
      <p:sp>
        <p:nvSpPr>
          <p:cNvPr id="5" name="TextBox 4"/>
          <p:cNvSpPr txBox="1"/>
          <p:nvPr/>
        </p:nvSpPr>
        <p:spPr>
          <a:xfrm>
            <a:off x="402254" y="2724150"/>
            <a:ext cx="7865288" cy="2339102"/>
          </a:xfrm>
          <a:prstGeom prst="rect">
            <a:avLst/>
          </a:prstGeom>
          <a:noFill/>
        </p:spPr>
        <p:txBody>
          <a:bodyPr wrap="square" rtlCol="0">
            <a:spAutoFit/>
          </a:bodyPr>
          <a:lstStyle/>
          <a:p>
            <a:pPr marL="285750" lvl="0" indent="-285750" algn="just">
              <a:buFont typeface="Arial" pitchFamily="34" charset="0"/>
              <a:buChar char="•"/>
            </a:pPr>
            <a:r>
              <a:rPr lang="en-US" sz="1600" b="1" dirty="0"/>
              <a:t>Simple image capture: </a:t>
            </a:r>
            <a:r>
              <a:rPr lang="en-US" sz="1600" dirty="0"/>
              <a:t>A user-friendly interface allows quick and easy capture of cotton plant images for analysis.</a:t>
            </a:r>
          </a:p>
          <a:p>
            <a:pPr marL="285750" lvl="0" indent="-285750" algn="just">
              <a:buFont typeface="Arial" pitchFamily="34" charset="0"/>
              <a:buChar char="•"/>
            </a:pPr>
            <a:r>
              <a:rPr lang="en-US" sz="1600" b="1" dirty="0"/>
              <a:t>Real-time diagnosis: </a:t>
            </a:r>
            <a:r>
              <a:rPr lang="en-US" sz="1600" dirty="0"/>
              <a:t>Results are displayed within seconds, empowering farmers to make informed decisions immediately.</a:t>
            </a:r>
          </a:p>
          <a:p>
            <a:pPr marL="285750" lvl="0" indent="-285750" algn="just">
              <a:buFont typeface="Arial" pitchFamily="34" charset="0"/>
              <a:buChar char="•"/>
            </a:pPr>
            <a:r>
              <a:rPr lang="en-US" sz="1600" b="1" dirty="0"/>
              <a:t>Disease-specific information: </a:t>
            </a:r>
            <a:r>
              <a:rPr lang="en-US" sz="1600" dirty="0"/>
              <a:t>The app provides readily available information about each disease, its symptoms, and recommended control measures.</a:t>
            </a:r>
          </a:p>
          <a:p>
            <a:pPr marL="285750" lvl="0" indent="-285750" algn="just">
              <a:buFont typeface="Arial" pitchFamily="34" charset="0"/>
              <a:buChar char="•"/>
            </a:pPr>
            <a:r>
              <a:rPr lang="en-US" sz="1600" b="1" dirty="0"/>
              <a:t>Multi-language support: </a:t>
            </a:r>
            <a:r>
              <a:rPr lang="en-US" sz="1600" dirty="0"/>
              <a:t>Cater to diverse user demographics by incorporating local languages, further enhancing accessibility.</a:t>
            </a:r>
          </a:p>
          <a:p>
            <a:endParaRPr lang="en-US" dirty="0"/>
          </a:p>
        </p:txBody>
      </p:sp>
    </p:spTree>
    <p:extLst>
      <p:ext uri="{BB962C8B-B14F-4D97-AF65-F5344CB8AC3E}">
        <p14:creationId xmlns:p14="http://schemas.microsoft.com/office/powerpoint/2010/main" val="38351274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dirty="0"/>
              <a:t>System Architecture</a:t>
            </a:r>
          </a:p>
        </p:txBody>
      </p:sp>
      <p:sp>
        <p:nvSpPr>
          <p:cNvPr id="3" name="Rectangle 2"/>
          <p:cNvSpPr>
            <a:spLocks noGrp="1"/>
          </p:cNvSpPr>
          <p:nvPr>
            <p:ph sz="quarter" idx="13"/>
          </p:nvPr>
        </p:nvSpPr>
        <p:spPr>
          <a:xfrm flipH="1">
            <a:off x="228600" y="1352550"/>
            <a:ext cx="76200" cy="609600"/>
          </a:xfrm>
        </p:spPr>
        <p:txBody>
          <a:bodyPr anchor="ctr">
            <a:normAutofit/>
          </a:bodyPr>
          <a:lstStyle/>
          <a:p>
            <a:pPr marL="0" lvl="1" indent="0">
              <a:buNone/>
            </a:pPr>
            <a:r>
              <a:rPr lang="en-US" sz="200" dirty="0"/>
              <a:t>a</a:t>
            </a:r>
          </a:p>
        </p:txBody>
      </p:sp>
      <p:sp>
        <p:nvSpPr>
          <p:cNvPr id="4" name="Content Placeholder 3"/>
          <p:cNvSpPr>
            <a:spLocks noGrp="1"/>
          </p:cNvSpPr>
          <p:nvPr>
            <p:ph sz="quarter" idx="14"/>
          </p:nvPr>
        </p:nvSpPr>
        <p:spPr>
          <a:xfrm>
            <a:off x="304800" y="1581150"/>
            <a:ext cx="8305800" cy="1154075"/>
          </a:xfrm>
        </p:spPr>
        <p:txBody>
          <a:bodyPr>
            <a:normAutofit/>
          </a:bodyPr>
          <a:lstStyle/>
          <a:p>
            <a:pPr marL="0" indent="0">
              <a:buNone/>
            </a:pPr>
            <a:endParaRPr lang="en-US" sz="2200" b="1" dirty="0"/>
          </a:p>
          <a:p>
            <a:pPr marL="0" indent="0">
              <a:buNone/>
            </a:pPr>
            <a:endParaRPr lang="en-US" sz="2200" b="1" dirty="0"/>
          </a:p>
        </p:txBody>
      </p:sp>
      <p:sp>
        <p:nvSpPr>
          <p:cNvPr id="8" name="TextBox 7"/>
          <p:cNvSpPr txBox="1"/>
          <p:nvPr/>
        </p:nvSpPr>
        <p:spPr>
          <a:xfrm>
            <a:off x="381000" y="1571141"/>
            <a:ext cx="7465238" cy="2646878"/>
          </a:xfrm>
          <a:prstGeom prst="rect">
            <a:avLst/>
          </a:prstGeom>
          <a:noFill/>
        </p:spPr>
        <p:txBody>
          <a:bodyPr wrap="square" rtlCol="0">
            <a:spAutoFit/>
          </a:bodyPr>
          <a:lstStyle/>
          <a:p>
            <a:pPr marL="285750" indent="-285750">
              <a:buFont typeface="Arial" pitchFamily="34" charset="0"/>
              <a:buChar char="•"/>
            </a:pPr>
            <a:r>
              <a:rPr lang="en-US" sz="1600" b="1" dirty="0"/>
              <a:t>Efficient MobileNet Base:</a:t>
            </a:r>
            <a:r>
              <a:rPr lang="en-US" sz="1600" dirty="0"/>
              <a:t> Chosen for its lightweight architecture and suitability for mobile deployment.</a:t>
            </a:r>
          </a:p>
          <a:p>
            <a:pPr marL="285750" indent="-285750">
              <a:buFont typeface="Arial" pitchFamily="34" charset="0"/>
              <a:buChar char="•"/>
            </a:pPr>
            <a:r>
              <a:rPr lang="en-US" sz="1600" b="1" dirty="0"/>
              <a:t>Image Augmentation: </a:t>
            </a:r>
            <a:r>
              <a:rPr lang="en-US" sz="1600" dirty="0"/>
              <a:t>During training, various image transformations (rotation, zooming, etc.) were applied to artificially increase the dataset size and improve the model's robustness to variations in real-world images.</a:t>
            </a:r>
          </a:p>
          <a:p>
            <a:pPr marL="285750" indent="-285750">
              <a:buFont typeface="Arial" pitchFamily="34" charset="0"/>
              <a:buChar char="•"/>
            </a:pPr>
            <a:endParaRPr lang="en-US" sz="1600" dirty="0"/>
          </a:p>
          <a:p>
            <a:pPr marL="285750" indent="-285750">
              <a:buFont typeface="Arial" pitchFamily="34" charset="0"/>
              <a:buChar char="•"/>
            </a:pPr>
            <a:r>
              <a:rPr lang="en-US" sz="1600" b="1" dirty="0"/>
              <a:t>Strategic Freezing:</a:t>
            </a:r>
            <a:r>
              <a:rPr lang="en-US" sz="1600" dirty="0"/>
              <a:t> Optimizes performance by reducing trainable parameters.</a:t>
            </a:r>
          </a:p>
          <a:p>
            <a:pPr marL="285750" indent="-285750">
              <a:buFont typeface="Arial" pitchFamily="34" charset="0"/>
              <a:buChar char="•"/>
            </a:pPr>
            <a:r>
              <a:rPr lang="en-US" sz="1600" b="1" dirty="0"/>
              <a:t>Custom Classifier:</a:t>
            </a:r>
            <a:r>
              <a:rPr lang="en-US" sz="1600" dirty="0"/>
              <a:t> Tailored to the specific task of cotton leaf disease detection.</a:t>
            </a:r>
          </a:p>
          <a:p>
            <a:pPr marL="285750" indent="-285750">
              <a:buFont typeface="Arial" pitchFamily="34" charset="0"/>
              <a:buChar char="•"/>
            </a:pPr>
            <a:r>
              <a:rPr lang="en-US" sz="1600" b="1" dirty="0"/>
              <a:t>Dropout Regularization:</a:t>
            </a:r>
            <a:r>
              <a:rPr lang="en-US" sz="1600" dirty="0"/>
              <a:t> Enhances generalization to unseen data.</a:t>
            </a:r>
          </a:p>
          <a:p>
            <a:pPr marL="285750" indent="-285750">
              <a:buFont typeface="Arial" pitchFamily="34" charset="0"/>
              <a:buChar char="•"/>
            </a:pPr>
            <a:r>
              <a:rPr lang="en-US" sz="1600" b="1" dirty="0"/>
              <a:t>TFLite Conversion:</a:t>
            </a:r>
            <a:r>
              <a:rPr lang="en-US" sz="1600" dirty="0"/>
              <a:t> Enables seamless integration into mobile apps.</a:t>
            </a:r>
          </a:p>
        </p:txBody>
      </p:sp>
    </p:spTree>
    <p:extLst>
      <p:ext uri="{BB962C8B-B14F-4D97-AF65-F5344CB8AC3E}">
        <p14:creationId xmlns:p14="http://schemas.microsoft.com/office/powerpoint/2010/main" val="36022032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dirty="0"/>
              <a:t>System Architecture</a:t>
            </a:r>
          </a:p>
        </p:txBody>
      </p:sp>
      <p:sp>
        <p:nvSpPr>
          <p:cNvPr id="3" name="Rectangle 2"/>
          <p:cNvSpPr>
            <a:spLocks noGrp="1"/>
          </p:cNvSpPr>
          <p:nvPr>
            <p:ph sz="quarter" idx="13"/>
          </p:nvPr>
        </p:nvSpPr>
        <p:spPr>
          <a:xfrm flipH="1">
            <a:off x="228600" y="1352550"/>
            <a:ext cx="76200" cy="609600"/>
          </a:xfrm>
        </p:spPr>
        <p:txBody>
          <a:bodyPr anchor="ctr">
            <a:normAutofit/>
          </a:bodyPr>
          <a:lstStyle/>
          <a:p>
            <a:pPr marL="0" lvl="1" indent="0">
              <a:buNone/>
            </a:pPr>
            <a:r>
              <a:rPr lang="en-US" sz="200" dirty="0"/>
              <a:t>a</a:t>
            </a:r>
          </a:p>
        </p:txBody>
      </p:sp>
      <p:sp>
        <p:nvSpPr>
          <p:cNvPr id="4" name="Content Placeholder 3"/>
          <p:cNvSpPr>
            <a:spLocks noGrp="1"/>
          </p:cNvSpPr>
          <p:nvPr>
            <p:ph sz="quarter" idx="14"/>
          </p:nvPr>
        </p:nvSpPr>
        <p:spPr>
          <a:xfrm>
            <a:off x="304800" y="1581150"/>
            <a:ext cx="8305800" cy="1154075"/>
          </a:xfrm>
        </p:spPr>
        <p:txBody>
          <a:bodyPr>
            <a:normAutofit/>
          </a:bodyPr>
          <a:lstStyle/>
          <a:p>
            <a:pPr marL="0" indent="0">
              <a:buNone/>
            </a:pPr>
            <a:endParaRPr lang="en-US" sz="2200" b="1" dirty="0"/>
          </a:p>
          <a:p>
            <a:pPr marL="0" indent="0">
              <a:buNone/>
            </a:pPr>
            <a:endParaRPr lang="en-US" sz="2200" b="1" dirty="0"/>
          </a:p>
        </p:txBody>
      </p:sp>
      <p:sp>
        <p:nvSpPr>
          <p:cNvPr id="8" name="TextBox 7"/>
          <p:cNvSpPr txBox="1"/>
          <p:nvPr/>
        </p:nvSpPr>
        <p:spPr>
          <a:xfrm>
            <a:off x="381000" y="1571141"/>
            <a:ext cx="7465238" cy="2800767"/>
          </a:xfrm>
          <a:prstGeom prst="rect">
            <a:avLst/>
          </a:prstGeom>
          <a:noFill/>
        </p:spPr>
        <p:txBody>
          <a:bodyPr wrap="square" rtlCol="0">
            <a:spAutoFit/>
          </a:bodyPr>
          <a:lstStyle/>
          <a:p>
            <a:r>
              <a:rPr lang="en-US" sz="1600" dirty="0"/>
              <a:t>1. </a:t>
            </a:r>
            <a:r>
              <a:rPr lang="en-US" sz="1600" b="1" dirty="0"/>
              <a:t>Input Layer: </a:t>
            </a:r>
            <a:r>
              <a:rPr lang="en-US" sz="1600" dirty="0"/>
              <a:t>Receives pre-processed RGB images of cotton leaves, resized to 200x200 pixels. Each pixel represented by 3 channels (Red, Green, Blue) for color information.</a:t>
            </a:r>
          </a:p>
          <a:p>
            <a:r>
              <a:rPr lang="en-US" sz="1600" b="1" dirty="0"/>
              <a:t>2. Pre-trained MobileNet (Base Network): </a:t>
            </a:r>
            <a:r>
              <a:rPr lang="en-US" sz="1600" dirty="0"/>
              <a:t>Utilizes the pre-trained weights of MobileNet, a convolutional neural network (CNN) model trained on a massive image dataset (ImageNet). MobileNet </a:t>
            </a:r>
            <a:r>
              <a:rPr lang="en-US" sz="1600" b="1" dirty="0"/>
              <a:t>extracts relevant features</a:t>
            </a:r>
            <a:r>
              <a:rPr lang="en-US" sz="1600" dirty="0"/>
              <a:t> from the input images through a series of convolutional layers, pooling layers, and activation functions.</a:t>
            </a:r>
          </a:p>
          <a:p>
            <a:endParaRPr lang="en-US" sz="1600" dirty="0"/>
          </a:p>
          <a:p>
            <a:r>
              <a:rPr lang="en-US" sz="1600" dirty="0"/>
              <a:t>All MobileNet layers are frozen during training, meaning their weights remain unchanged, to:</a:t>
            </a:r>
          </a:p>
          <a:p>
            <a:pPr marL="742950" lvl="1" indent="-285750">
              <a:buFont typeface="Arial" pitchFamily="34" charset="0"/>
              <a:buChar char="•"/>
            </a:pPr>
            <a:r>
              <a:rPr lang="en-US" sz="1600" dirty="0"/>
              <a:t>Reduce the number of trainable parameters and computational cost.</a:t>
            </a:r>
          </a:p>
          <a:p>
            <a:pPr marL="742950" lvl="1" indent="-285750">
              <a:buFont typeface="Arial" pitchFamily="34" charset="0"/>
              <a:buChar char="•"/>
            </a:pPr>
            <a:r>
              <a:rPr lang="en-US" sz="1600" dirty="0"/>
              <a:t>Leverage the rich feature extraction capabilities of the pre-trained model.</a:t>
            </a:r>
          </a:p>
        </p:txBody>
      </p:sp>
    </p:spTree>
    <p:extLst>
      <p:ext uri="{BB962C8B-B14F-4D97-AF65-F5344CB8AC3E}">
        <p14:creationId xmlns:p14="http://schemas.microsoft.com/office/powerpoint/2010/main" val="28582613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dirty="0"/>
              <a:t>System Architecture</a:t>
            </a:r>
          </a:p>
        </p:txBody>
      </p:sp>
      <p:sp>
        <p:nvSpPr>
          <p:cNvPr id="3" name="Rectangle 2"/>
          <p:cNvSpPr>
            <a:spLocks noGrp="1"/>
          </p:cNvSpPr>
          <p:nvPr>
            <p:ph sz="quarter" idx="13"/>
          </p:nvPr>
        </p:nvSpPr>
        <p:spPr>
          <a:xfrm flipH="1">
            <a:off x="228600" y="1352550"/>
            <a:ext cx="76200" cy="609600"/>
          </a:xfrm>
        </p:spPr>
        <p:txBody>
          <a:bodyPr anchor="ctr">
            <a:normAutofit/>
          </a:bodyPr>
          <a:lstStyle/>
          <a:p>
            <a:pPr marL="0" lvl="1" indent="0">
              <a:buNone/>
            </a:pPr>
            <a:r>
              <a:rPr lang="en-US" sz="200" dirty="0"/>
              <a:t>a</a:t>
            </a:r>
          </a:p>
        </p:txBody>
      </p:sp>
      <p:sp>
        <p:nvSpPr>
          <p:cNvPr id="4" name="Content Placeholder 3"/>
          <p:cNvSpPr>
            <a:spLocks noGrp="1"/>
          </p:cNvSpPr>
          <p:nvPr>
            <p:ph sz="quarter" idx="14"/>
          </p:nvPr>
        </p:nvSpPr>
        <p:spPr>
          <a:xfrm>
            <a:off x="304800" y="1581150"/>
            <a:ext cx="8305800" cy="1154075"/>
          </a:xfrm>
        </p:spPr>
        <p:txBody>
          <a:bodyPr>
            <a:normAutofit/>
          </a:bodyPr>
          <a:lstStyle/>
          <a:p>
            <a:pPr marL="0" indent="0">
              <a:buNone/>
            </a:pPr>
            <a:endParaRPr lang="en-US" sz="2200" b="1" dirty="0"/>
          </a:p>
          <a:p>
            <a:pPr marL="0" indent="0">
              <a:buNone/>
            </a:pPr>
            <a:endParaRPr lang="en-US" sz="2200" b="1" dirty="0"/>
          </a:p>
        </p:txBody>
      </p:sp>
      <p:sp>
        <p:nvSpPr>
          <p:cNvPr id="8" name="TextBox 7"/>
          <p:cNvSpPr txBox="1"/>
          <p:nvPr/>
        </p:nvSpPr>
        <p:spPr>
          <a:xfrm>
            <a:off x="381000" y="1571141"/>
            <a:ext cx="7465238" cy="3570208"/>
          </a:xfrm>
          <a:prstGeom prst="rect">
            <a:avLst/>
          </a:prstGeom>
          <a:noFill/>
        </p:spPr>
        <p:txBody>
          <a:bodyPr wrap="square" rtlCol="0">
            <a:spAutoFit/>
          </a:bodyPr>
          <a:lstStyle/>
          <a:p>
            <a:r>
              <a:rPr lang="en-US" b="1" dirty="0"/>
              <a:t>3. Custom Classifier:</a:t>
            </a:r>
          </a:p>
          <a:p>
            <a:pPr marL="285750" indent="-285750">
              <a:buFont typeface="Arial" pitchFamily="34" charset="0"/>
              <a:buChar char="•"/>
            </a:pPr>
            <a:r>
              <a:rPr lang="en-US" sz="1600" b="1" dirty="0"/>
              <a:t>Flatten Layer: </a:t>
            </a:r>
            <a:r>
              <a:rPr lang="en-US" sz="1600" dirty="0"/>
              <a:t>Transforms the output of MobileNet in one-dimensional vector.</a:t>
            </a:r>
          </a:p>
          <a:p>
            <a:pPr marL="285750" indent="-285750">
              <a:buFont typeface="Arial" pitchFamily="34" charset="0"/>
              <a:buChar char="•"/>
            </a:pPr>
            <a:r>
              <a:rPr lang="en-US" sz="1600" b="1" dirty="0"/>
              <a:t>Dense Layer (256 neurons, ReLU activation):</a:t>
            </a:r>
            <a:r>
              <a:rPr lang="en-US" sz="1600" dirty="0"/>
              <a:t>  This initial layer maps the extracted features to a higher-dimensional space, allowing for more complex decision boundaries for disease classification.</a:t>
            </a:r>
          </a:p>
          <a:p>
            <a:pPr marL="285750" indent="-285750">
              <a:buFont typeface="Arial" pitchFamily="34" charset="0"/>
              <a:buChar char="•"/>
            </a:pPr>
            <a:r>
              <a:rPr lang="en-US" sz="1600" b="1" dirty="0"/>
              <a:t>Dropout Layer (0.5):</a:t>
            </a:r>
            <a:r>
              <a:rPr lang="en-US" sz="1600" dirty="0"/>
              <a:t> Randomly drops out 50% of the neurons </a:t>
            </a:r>
          </a:p>
          <a:p>
            <a:pPr marL="285750" indent="-285750">
              <a:buFont typeface="Arial" pitchFamily="34" charset="0"/>
              <a:buChar char="•"/>
            </a:pPr>
            <a:r>
              <a:rPr lang="en-US" sz="1600" b="1" dirty="0"/>
              <a:t>Dense Layer (32 neurons, ReLU activation): </a:t>
            </a:r>
            <a:r>
              <a:rPr lang="en-US" sz="1600" dirty="0"/>
              <a:t>Further refines the classification </a:t>
            </a:r>
          </a:p>
          <a:p>
            <a:pPr marL="285750" indent="-285750">
              <a:buFont typeface="Arial" pitchFamily="34" charset="0"/>
              <a:buChar char="•"/>
            </a:pPr>
            <a:r>
              <a:rPr lang="en-US" sz="1600" b="1" dirty="0"/>
              <a:t>Output Layer (4 neurons, Softmax activation):</a:t>
            </a:r>
            <a:r>
              <a:rPr lang="en-US" sz="1600" dirty="0"/>
              <a:t> Employs a final dense layer with 4 neurons. The Softmax activation function normalizes the output to probabilities.</a:t>
            </a:r>
          </a:p>
          <a:p>
            <a:endParaRPr lang="en-US" sz="1600" dirty="0"/>
          </a:p>
          <a:p>
            <a:r>
              <a:rPr lang="en-US" sz="1600" b="1" dirty="0"/>
              <a:t>4. Output Layer: </a:t>
            </a:r>
            <a:r>
              <a:rPr lang="en-US" sz="1600" dirty="0"/>
              <a:t>Provides a probability distribution across the 4 disease classes for each input image.</a:t>
            </a:r>
          </a:p>
          <a:p>
            <a:r>
              <a:rPr lang="en-US" sz="1600" dirty="0"/>
              <a:t>The class with the </a:t>
            </a:r>
            <a:r>
              <a:rPr lang="en-US" sz="1600" b="1" dirty="0"/>
              <a:t>highest probability </a:t>
            </a:r>
            <a:r>
              <a:rPr lang="en-US" sz="1600" dirty="0"/>
              <a:t>is predicted as the disease present in the image.</a:t>
            </a:r>
          </a:p>
          <a:p>
            <a:endParaRPr lang="en-US" sz="1600" dirty="0"/>
          </a:p>
        </p:txBody>
      </p:sp>
    </p:spTree>
    <p:extLst>
      <p:ext uri="{BB962C8B-B14F-4D97-AF65-F5344CB8AC3E}">
        <p14:creationId xmlns:p14="http://schemas.microsoft.com/office/powerpoint/2010/main" val="22172997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dirty="0"/>
              <a:t>Dataset</a:t>
            </a:r>
          </a:p>
        </p:txBody>
      </p:sp>
      <p:sp>
        <p:nvSpPr>
          <p:cNvPr id="3" name="Rectangle 2"/>
          <p:cNvSpPr>
            <a:spLocks noGrp="1"/>
          </p:cNvSpPr>
          <p:nvPr>
            <p:ph sz="quarter" idx="13"/>
          </p:nvPr>
        </p:nvSpPr>
        <p:spPr>
          <a:xfrm flipH="1">
            <a:off x="228600" y="1352550"/>
            <a:ext cx="76200" cy="609600"/>
          </a:xfrm>
        </p:spPr>
        <p:txBody>
          <a:bodyPr anchor="ctr">
            <a:normAutofit/>
          </a:bodyPr>
          <a:lstStyle/>
          <a:p>
            <a:pPr marL="0" lvl="1" indent="0">
              <a:buNone/>
            </a:pPr>
            <a:r>
              <a:rPr lang="en-US" sz="200" dirty="0"/>
              <a:t>a</a:t>
            </a:r>
          </a:p>
        </p:txBody>
      </p:sp>
      <p:sp>
        <p:nvSpPr>
          <p:cNvPr id="4" name="Content Placeholder 3"/>
          <p:cNvSpPr>
            <a:spLocks noGrp="1"/>
          </p:cNvSpPr>
          <p:nvPr>
            <p:ph sz="quarter" idx="14"/>
          </p:nvPr>
        </p:nvSpPr>
        <p:spPr>
          <a:xfrm>
            <a:off x="304800" y="1581150"/>
            <a:ext cx="8305800" cy="1154075"/>
          </a:xfrm>
        </p:spPr>
        <p:txBody>
          <a:bodyPr>
            <a:normAutofit/>
          </a:bodyPr>
          <a:lstStyle/>
          <a:p>
            <a:pPr marL="0" indent="0">
              <a:buNone/>
            </a:pPr>
            <a:endParaRPr lang="en-US" sz="2200" b="1" dirty="0"/>
          </a:p>
          <a:p>
            <a:pPr marL="0" indent="0">
              <a:buNone/>
            </a:pPr>
            <a:endParaRPr lang="en-US" sz="2200" b="1" dirty="0"/>
          </a:p>
        </p:txBody>
      </p:sp>
      <p:sp>
        <p:nvSpPr>
          <p:cNvPr id="8" name="TextBox 7"/>
          <p:cNvSpPr txBox="1"/>
          <p:nvPr/>
        </p:nvSpPr>
        <p:spPr>
          <a:xfrm>
            <a:off x="381000" y="1571141"/>
            <a:ext cx="7465238" cy="2800767"/>
          </a:xfrm>
          <a:prstGeom prst="rect">
            <a:avLst/>
          </a:prstGeom>
          <a:noFill/>
        </p:spPr>
        <p:txBody>
          <a:bodyPr wrap="square" rtlCol="0">
            <a:spAutoFit/>
          </a:bodyPr>
          <a:lstStyle/>
          <a:p>
            <a:r>
              <a:rPr lang="en-US" sz="1600" dirty="0"/>
              <a:t>The dataset comprises of </a:t>
            </a:r>
            <a:r>
              <a:rPr lang="en-US" sz="1600" b="1" dirty="0"/>
              <a:t>4 classes</a:t>
            </a:r>
            <a:r>
              <a:rPr lang="en-US" sz="1600" dirty="0"/>
              <a:t>, 1 healthy and 3 diseased classes.</a:t>
            </a:r>
            <a:br>
              <a:rPr lang="en-US" sz="1600" dirty="0"/>
            </a:br>
            <a:br>
              <a:rPr lang="en-US" sz="1600" dirty="0"/>
            </a:br>
            <a:r>
              <a:rPr lang="en-US" sz="1600" dirty="0"/>
              <a:t>The image data is in the form of JPEG files, while the leaves images and associated information are stored in a structured database. </a:t>
            </a:r>
          </a:p>
          <a:p>
            <a:r>
              <a:rPr lang="en-US" sz="1600" dirty="0"/>
              <a:t>The data is split into </a:t>
            </a:r>
            <a:r>
              <a:rPr lang="en-US" sz="1600" b="1" dirty="0"/>
              <a:t>two sets</a:t>
            </a:r>
            <a:r>
              <a:rPr lang="en-US" sz="1600" dirty="0"/>
              <a:t>: a </a:t>
            </a:r>
            <a:r>
              <a:rPr lang="en-US" sz="1600" b="1" dirty="0"/>
              <a:t>training set and a validation set</a:t>
            </a:r>
            <a:r>
              <a:rPr lang="en-US" sz="1600" dirty="0"/>
              <a:t> which is </a:t>
            </a:r>
            <a:r>
              <a:rPr lang="en-US" sz="1600" b="1" dirty="0"/>
              <a:t>80 and 20</a:t>
            </a:r>
            <a:r>
              <a:rPr lang="en-US" sz="1600" dirty="0"/>
              <a:t> percent accordingly</a:t>
            </a:r>
          </a:p>
          <a:p>
            <a:r>
              <a:rPr lang="en-US" sz="1600" dirty="0"/>
              <a:t>The training set is used to train the deep learning model, while the validation set is used to evaluate the performance of the model. </a:t>
            </a:r>
          </a:p>
          <a:p>
            <a:r>
              <a:rPr lang="en-US" sz="1600" dirty="0"/>
              <a:t>The dataset comprises of </a:t>
            </a:r>
            <a:r>
              <a:rPr lang="en-US" sz="1600" b="1" dirty="0"/>
              <a:t>1751 images</a:t>
            </a:r>
            <a:r>
              <a:rPr lang="en-US" sz="1600" dirty="0"/>
              <a:t>, with </a:t>
            </a:r>
            <a:r>
              <a:rPr lang="en-US" sz="1600" b="1" dirty="0"/>
              <a:t>1400 images </a:t>
            </a:r>
            <a:r>
              <a:rPr lang="en-US" sz="1600" dirty="0"/>
              <a:t>allocated for training the model.</a:t>
            </a:r>
          </a:p>
          <a:p>
            <a:endParaRPr lang="en-US" sz="1600" dirty="0"/>
          </a:p>
        </p:txBody>
      </p:sp>
    </p:spTree>
    <p:extLst>
      <p:ext uri="{BB962C8B-B14F-4D97-AF65-F5344CB8AC3E}">
        <p14:creationId xmlns:p14="http://schemas.microsoft.com/office/powerpoint/2010/main" val="7306328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dirty="0"/>
              <a:t>Model Training and Evaluation</a:t>
            </a:r>
          </a:p>
        </p:txBody>
      </p:sp>
      <p:sp>
        <p:nvSpPr>
          <p:cNvPr id="3" name="Rectangle 2"/>
          <p:cNvSpPr>
            <a:spLocks noGrp="1"/>
          </p:cNvSpPr>
          <p:nvPr>
            <p:ph sz="quarter" idx="13"/>
          </p:nvPr>
        </p:nvSpPr>
        <p:spPr>
          <a:xfrm flipH="1">
            <a:off x="228600" y="1352550"/>
            <a:ext cx="76200" cy="609600"/>
          </a:xfrm>
        </p:spPr>
        <p:txBody>
          <a:bodyPr anchor="ctr">
            <a:normAutofit/>
          </a:bodyPr>
          <a:lstStyle/>
          <a:p>
            <a:pPr marL="0" lvl="1" indent="0">
              <a:buNone/>
            </a:pPr>
            <a:r>
              <a:rPr lang="en-US" sz="200" dirty="0"/>
              <a:t>a</a:t>
            </a:r>
          </a:p>
        </p:txBody>
      </p:sp>
      <p:sp>
        <p:nvSpPr>
          <p:cNvPr id="4" name="Content Placeholder 3"/>
          <p:cNvSpPr>
            <a:spLocks noGrp="1"/>
          </p:cNvSpPr>
          <p:nvPr>
            <p:ph sz="quarter" idx="14"/>
          </p:nvPr>
        </p:nvSpPr>
        <p:spPr>
          <a:xfrm>
            <a:off x="304800" y="1581150"/>
            <a:ext cx="8305800" cy="1154075"/>
          </a:xfrm>
        </p:spPr>
        <p:txBody>
          <a:bodyPr>
            <a:normAutofit/>
          </a:bodyPr>
          <a:lstStyle/>
          <a:p>
            <a:pPr marL="0" indent="0">
              <a:buNone/>
            </a:pPr>
            <a:endParaRPr lang="en-US" sz="2200" b="1" dirty="0"/>
          </a:p>
          <a:p>
            <a:pPr marL="0" indent="0">
              <a:buNone/>
            </a:pPr>
            <a:endParaRPr lang="en-US" sz="2200" b="1" dirty="0"/>
          </a:p>
        </p:txBody>
      </p:sp>
      <p:sp>
        <p:nvSpPr>
          <p:cNvPr id="8" name="TextBox 7"/>
          <p:cNvSpPr txBox="1"/>
          <p:nvPr/>
        </p:nvSpPr>
        <p:spPr>
          <a:xfrm>
            <a:off x="381000" y="1571141"/>
            <a:ext cx="7465238" cy="2800767"/>
          </a:xfrm>
          <a:prstGeom prst="rect">
            <a:avLst/>
          </a:prstGeom>
          <a:noFill/>
        </p:spPr>
        <p:txBody>
          <a:bodyPr wrap="square" rtlCol="0">
            <a:spAutoFit/>
          </a:bodyPr>
          <a:lstStyle/>
          <a:p>
            <a:r>
              <a:rPr lang="en-US" sz="1600" dirty="0"/>
              <a:t>During the model training phase, extensive experiments were conducted using the training dataset. </a:t>
            </a:r>
          </a:p>
          <a:p>
            <a:r>
              <a:rPr lang="en-US" sz="1600" dirty="0"/>
              <a:t>The model achieved an impressive </a:t>
            </a:r>
          </a:p>
          <a:p>
            <a:pPr marL="285750" indent="-285750">
              <a:buFont typeface="Arial" pitchFamily="34" charset="0"/>
              <a:buChar char="•"/>
            </a:pPr>
            <a:r>
              <a:rPr lang="en-US" sz="1600" b="1" dirty="0"/>
              <a:t>Training accuracy of 98.6% </a:t>
            </a:r>
          </a:p>
          <a:p>
            <a:pPr marL="285750" indent="-285750">
              <a:buFont typeface="Arial" pitchFamily="34" charset="0"/>
              <a:buChar char="•"/>
            </a:pPr>
            <a:r>
              <a:rPr lang="en-US" sz="1600" b="1" dirty="0"/>
              <a:t>Validation accuracy of 96.1%. </a:t>
            </a:r>
          </a:p>
          <a:p>
            <a:pPr marL="285750" indent="-285750">
              <a:buFont typeface="Arial" pitchFamily="34" charset="0"/>
              <a:buChar char="•"/>
            </a:pPr>
            <a:r>
              <a:rPr lang="en-US" sz="1600" b="1" dirty="0"/>
              <a:t>Training loss of 0.043%</a:t>
            </a:r>
          </a:p>
          <a:p>
            <a:pPr marL="285750" indent="-285750">
              <a:buFont typeface="Arial" pitchFamily="34" charset="0"/>
              <a:buChar char="•"/>
            </a:pPr>
            <a:r>
              <a:rPr lang="en-US" sz="1600" b="1" dirty="0"/>
              <a:t>Validation loss of 0.01%</a:t>
            </a:r>
          </a:p>
          <a:p>
            <a:endParaRPr lang="en-US" sz="1600" dirty="0"/>
          </a:p>
          <a:p>
            <a:r>
              <a:rPr lang="en-US" sz="1600" dirty="0"/>
              <a:t>Upon evaluation with the test dataset, the model demonstrated outstanding performance, delivering 100% accurate results in disease detection.</a:t>
            </a:r>
          </a:p>
          <a:p>
            <a:endParaRPr lang="en-US" sz="1600" dirty="0"/>
          </a:p>
        </p:txBody>
      </p:sp>
    </p:spTree>
    <p:extLst>
      <p:ext uri="{BB962C8B-B14F-4D97-AF65-F5344CB8AC3E}">
        <p14:creationId xmlns:p14="http://schemas.microsoft.com/office/powerpoint/2010/main" val="41503939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dirty="0"/>
              <a:t>Integration of App and AI Model</a:t>
            </a:r>
          </a:p>
        </p:txBody>
      </p:sp>
      <p:sp>
        <p:nvSpPr>
          <p:cNvPr id="3" name="Rectangle 2"/>
          <p:cNvSpPr>
            <a:spLocks noGrp="1"/>
          </p:cNvSpPr>
          <p:nvPr>
            <p:ph sz="quarter" idx="13"/>
          </p:nvPr>
        </p:nvSpPr>
        <p:spPr>
          <a:xfrm flipH="1">
            <a:off x="228600" y="1352550"/>
            <a:ext cx="76200" cy="609600"/>
          </a:xfrm>
        </p:spPr>
        <p:txBody>
          <a:bodyPr anchor="ctr">
            <a:normAutofit/>
          </a:bodyPr>
          <a:lstStyle/>
          <a:p>
            <a:pPr marL="0" lvl="1" indent="0">
              <a:buNone/>
            </a:pPr>
            <a:r>
              <a:rPr lang="en-US" sz="200" dirty="0"/>
              <a:t>a</a:t>
            </a:r>
          </a:p>
        </p:txBody>
      </p:sp>
      <p:sp>
        <p:nvSpPr>
          <p:cNvPr id="4" name="Content Placeholder 3"/>
          <p:cNvSpPr>
            <a:spLocks noGrp="1"/>
          </p:cNvSpPr>
          <p:nvPr>
            <p:ph sz="quarter" idx="14"/>
          </p:nvPr>
        </p:nvSpPr>
        <p:spPr>
          <a:xfrm>
            <a:off x="304800" y="1581150"/>
            <a:ext cx="8305800" cy="1154075"/>
          </a:xfrm>
        </p:spPr>
        <p:txBody>
          <a:bodyPr>
            <a:normAutofit/>
          </a:bodyPr>
          <a:lstStyle/>
          <a:p>
            <a:pPr marL="0" indent="0">
              <a:buNone/>
            </a:pPr>
            <a:endParaRPr lang="en-US" sz="2200" b="1" dirty="0"/>
          </a:p>
          <a:p>
            <a:pPr marL="0" indent="0">
              <a:buNone/>
            </a:pPr>
            <a:endParaRPr lang="en-US" sz="2200" b="1" dirty="0"/>
          </a:p>
        </p:txBody>
      </p:sp>
      <p:sp>
        <p:nvSpPr>
          <p:cNvPr id="8" name="TextBox 7"/>
          <p:cNvSpPr txBox="1"/>
          <p:nvPr/>
        </p:nvSpPr>
        <p:spPr>
          <a:xfrm>
            <a:off x="381000" y="1571141"/>
            <a:ext cx="7465238" cy="1877437"/>
          </a:xfrm>
          <a:prstGeom prst="rect">
            <a:avLst/>
          </a:prstGeom>
          <a:noFill/>
        </p:spPr>
        <p:txBody>
          <a:bodyPr wrap="square" rtlCol="0">
            <a:spAutoFit/>
          </a:bodyPr>
          <a:lstStyle/>
          <a:p>
            <a:pPr marL="285750" indent="-285750">
              <a:buFont typeface="Arial" pitchFamily="34" charset="0"/>
              <a:buChar char="•"/>
            </a:pPr>
            <a:r>
              <a:rPr lang="en-US" sz="1600" dirty="0"/>
              <a:t>The AI model was converted to the </a:t>
            </a:r>
            <a:r>
              <a:rPr lang="en-US" sz="1600" b="1" dirty="0"/>
              <a:t>TFLite format (</a:t>
            </a:r>
            <a:r>
              <a:rPr lang="en-US" sz="1600" dirty="0"/>
              <a:t>Enables seamless integration into mobile apps.</a:t>
            </a:r>
            <a:r>
              <a:rPr lang="en-US" sz="1600" b="1" dirty="0"/>
              <a:t>)</a:t>
            </a:r>
            <a:r>
              <a:rPr lang="en-US" sz="1600" dirty="0"/>
              <a:t>, enabling efficient deployment on mobile devices for on-field disease detection.</a:t>
            </a:r>
          </a:p>
          <a:p>
            <a:pPr marL="285750" indent="-285750">
              <a:buFont typeface="Arial" pitchFamily="34" charset="0"/>
              <a:buChar char="•"/>
            </a:pPr>
            <a:r>
              <a:rPr lang="en-US" sz="1600" dirty="0"/>
              <a:t>After converting into TFLite format H5 file was saved </a:t>
            </a:r>
            <a:br>
              <a:rPr lang="en-US" sz="1600" dirty="0"/>
            </a:br>
            <a:r>
              <a:rPr lang="en-US" sz="1600" dirty="0"/>
              <a:t>That H5 file was integrated into the main class of the Android app which enhanced the functionality of the app as a AI based app, working offline</a:t>
            </a:r>
          </a:p>
          <a:p>
            <a:endParaRPr lang="en-US" sz="1600" dirty="0"/>
          </a:p>
        </p:txBody>
      </p:sp>
    </p:spTree>
    <p:extLst>
      <p:ext uri="{BB962C8B-B14F-4D97-AF65-F5344CB8AC3E}">
        <p14:creationId xmlns:p14="http://schemas.microsoft.com/office/powerpoint/2010/main" val="32021343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dirty="0"/>
              <a:t>Graphical User Interface</a:t>
            </a:r>
          </a:p>
        </p:txBody>
      </p:sp>
      <p:sp>
        <p:nvSpPr>
          <p:cNvPr id="3" name="Rectangle 2"/>
          <p:cNvSpPr>
            <a:spLocks noGrp="1"/>
          </p:cNvSpPr>
          <p:nvPr>
            <p:ph sz="quarter" idx="13"/>
          </p:nvPr>
        </p:nvSpPr>
        <p:spPr>
          <a:xfrm flipH="1">
            <a:off x="228600" y="1352550"/>
            <a:ext cx="76200" cy="609600"/>
          </a:xfrm>
        </p:spPr>
        <p:txBody>
          <a:bodyPr anchor="ctr">
            <a:normAutofit/>
          </a:bodyPr>
          <a:lstStyle/>
          <a:p>
            <a:pPr marL="0" lvl="1" indent="0">
              <a:buNone/>
            </a:pPr>
            <a:r>
              <a:rPr lang="en-US" sz="200" dirty="0"/>
              <a:t>a</a:t>
            </a:r>
          </a:p>
        </p:txBody>
      </p:sp>
      <p:sp>
        <p:nvSpPr>
          <p:cNvPr id="4" name="Content Placeholder 3"/>
          <p:cNvSpPr>
            <a:spLocks noGrp="1"/>
          </p:cNvSpPr>
          <p:nvPr>
            <p:ph sz="quarter" idx="14"/>
          </p:nvPr>
        </p:nvSpPr>
        <p:spPr>
          <a:xfrm>
            <a:off x="304800" y="1581150"/>
            <a:ext cx="8305800" cy="1154075"/>
          </a:xfrm>
        </p:spPr>
        <p:txBody>
          <a:bodyPr>
            <a:normAutofit/>
          </a:bodyPr>
          <a:lstStyle/>
          <a:p>
            <a:pPr marL="0" indent="0">
              <a:buNone/>
            </a:pPr>
            <a:endParaRPr lang="en-US" sz="2200" b="1" dirty="0"/>
          </a:p>
          <a:p>
            <a:pPr marL="0" indent="0">
              <a:buNone/>
            </a:pPr>
            <a:endParaRPr lang="en-US" sz="2200" b="1"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1000" y="1352550"/>
            <a:ext cx="2372439" cy="3581400"/>
          </a:xfrm>
          <a:prstGeom prst="rect">
            <a:avLst/>
          </a:prstGeom>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85780" y="1352550"/>
            <a:ext cx="2372439" cy="3581400"/>
          </a:xfrm>
          <a:prstGeom prst="rect">
            <a:avLst/>
          </a:prstGeom>
        </p:spPr>
      </p:pic>
      <p:pic>
        <p:nvPicPr>
          <p:cNvPr id="7" name="Picture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24600" y="1352550"/>
            <a:ext cx="2372439" cy="3581400"/>
          </a:xfrm>
          <a:prstGeom prst="rect">
            <a:avLst/>
          </a:prstGeom>
        </p:spPr>
      </p:pic>
    </p:spTree>
    <p:extLst>
      <p:ext uri="{BB962C8B-B14F-4D97-AF65-F5344CB8AC3E}">
        <p14:creationId xmlns:p14="http://schemas.microsoft.com/office/powerpoint/2010/main" val="11371464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dirty="0"/>
              <a:t>Future Work</a:t>
            </a:r>
          </a:p>
        </p:txBody>
      </p:sp>
      <p:sp>
        <p:nvSpPr>
          <p:cNvPr id="8" name="Rectangle 7"/>
          <p:cNvSpPr/>
          <p:nvPr/>
        </p:nvSpPr>
        <p:spPr>
          <a:xfrm>
            <a:off x="8915400" y="4476750"/>
            <a:ext cx="76200" cy="460447"/>
          </a:xfrm>
          <a:prstGeom prst="rect">
            <a:avLst/>
          </a:prstGeom>
        </p:spPr>
        <p:style>
          <a:lnRef idx="3">
            <a:schemeClr val="lt1"/>
          </a:lnRef>
          <a:fillRef idx="1">
            <a:schemeClr val="accent2"/>
          </a:fillRef>
          <a:effectRef idx="1">
            <a:schemeClr val="accent2"/>
          </a:effectRef>
          <a:fontRef idx="minor">
            <a:schemeClr val="lt1"/>
          </a:fontRef>
        </p:style>
        <p:txBody>
          <a:bodyPr wrap="square" lIns="182880" tIns="182880" rIns="182880" bIns="91440" rtlCol="0" anchor="ctr">
            <a:spAutoFit/>
          </a:bodyPr>
          <a:lstStyle/>
          <a:p>
            <a:pPr>
              <a:lnSpc>
                <a:spcPct val="85000"/>
              </a:lnSpc>
            </a:pPr>
            <a:endParaRPr lang="en-US" sz="1400" dirty="0">
              <a:solidFill>
                <a:schemeClr val="bg1"/>
              </a:solidFill>
            </a:endParaRPr>
          </a:p>
        </p:txBody>
      </p:sp>
      <p:sp>
        <p:nvSpPr>
          <p:cNvPr id="6" name="Rectangle 5"/>
          <p:cNvSpPr>
            <a:spLocks noGrp="1"/>
          </p:cNvSpPr>
          <p:nvPr>
            <p:ph sz="quarter" idx="13"/>
          </p:nvPr>
        </p:nvSpPr>
        <p:spPr>
          <a:xfrm>
            <a:off x="609600" y="1428751"/>
            <a:ext cx="7924800" cy="3352799"/>
          </a:xfrm>
        </p:spPr>
        <p:txBody>
          <a:bodyPr>
            <a:normAutofit/>
          </a:bodyPr>
          <a:lstStyle/>
          <a:p>
            <a:pPr marL="0" indent="0">
              <a:buNone/>
            </a:pPr>
            <a:r>
              <a:rPr lang="en-US" sz="1600" dirty="0"/>
              <a:t>The Cotton Leaf Disease Detection project lays the foundation for future enhancements and expansions. Some potential areas for future work include:</a:t>
            </a:r>
          </a:p>
          <a:p>
            <a:pPr marL="0" indent="0">
              <a:buNone/>
            </a:pPr>
            <a:endParaRPr lang="en-US" sz="1600" dirty="0"/>
          </a:p>
          <a:p>
            <a:r>
              <a:rPr lang="en-US" sz="1600" b="1" dirty="0"/>
              <a:t>Multi-Crop Support</a:t>
            </a:r>
          </a:p>
          <a:p>
            <a:r>
              <a:rPr lang="en-US" sz="1600" b="1" dirty="0"/>
              <a:t>Suggestion of proper fertilizers for crop</a:t>
            </a:r>
            <a:endParaRPr lang="en-US" sz="1600" dirty="0"/>
          </a:p>
          <a:p>
            <a:r>
              <a:rPr lang="en-US" sz="1600" b="1" dirty="0"/>
              <a:t>Automated Alerting System</a:t>
            </a:r>
            <a:endParaRPr lang="en-US" sz="1600" dirty="0"/>
          </a:p>
          <a:p>
            <a:r>
              <a:rPr lang="en-US" sz="1600" b="1" dirty="0"/>
              <a:t>Localization and Adaptability</a:t>
            </a:r>
            <a:endParaRPr lang="en-US" sz="1600" dirty="0"/>
          </a:p>
          <a:p>
            <a:r>
              <a:rPr lang="en-US" sz="1600" b="1" dirty="0"/>
              <a:t>Collaboration with Agricultural Experts</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dirty="0"/>
              <a:t>Conclusion</a:t>
            </a:r>
          </a:p>
        </p:txBody>
      </p:sp>
      <p:sp>
        <p:nvSpPr>
          <p:cNvPr id="8" name="Rectangle 7"/>
          <p:cNvSpPr/>
          <p:nvPr/>
        </p:nvSpPr>
        <p:spPr>
          <a:xfrm>
            <a:off x="8915400" y="4476750"/>
            <a:ext cx="76200" cy="460447"/>
          </a:xfrm>
          <a:prstGeom prst="rect">
            <a:avLst/>
          </a:prstGeom>
        </p:spPr>
        <p:style>
          <a:lnRef idx="3">
            <a:schemeClr val="lt1"/>
          </a:lnRef>
          <a:fillRef idx="1">
            <a:schemeClr val="accent2"/>
          </a:fillRef>
          <a:effectRef idx="1">
            <a:schemeClr val="accent2"/>
          </a:effectRef>
          <a:fontRef idx="minor">
            <a:schemeClr val="lt1"/>
          </a:fontRef>
        </p:style>
        <p:txBody>
          <a:bodyPr wrap="square" lIns="182880" tIns="182880" rIns="182880" bIns="91440" rtlCol="0" anchor="ctr">
            <a:spAutoFit/>
          </a:bodyPr>
          <a:lstStyle/>
          <a:p>
            <a:pPr>
              <a:lnSpc>
                <a:spcPct val="85000"/>
              </a:lnSpc>
            </a:pPr>
            <a:endParaRPr lang="en-US" sz="1400" dirty="0">
              <a:solidFill>
                <a:schemeClr val="bg1"/>
              </a:solidFill>
            </a:endParaRPr>
          </a:p>
        </p:txBody>
      </p:sp>
      <p:sp>
        <p:nvSpPr>
          <p:cNvPr id="6" name="Rectangle 5"/>
          <p:cNvSpPr>
            <a:spLocks noGrp="1"/>
          </p:cNvSpPr>
          <p:nvPr>
            <p:ph sz="quarter" idx="13"/>
          </p:nvPr>
        </p:nvSpPr>
        <p:spPr>
          <a:xfrm>
            <a:off x="609600" y="1428751"/>
            <a:ext cx="7924800" cy="3352799"/>
          </a:xfrm>
        </p:spPr>
        <p:txBody>
          <a:bodyPr>
            <a:normAutofit/>
          </a:bodyPr>
          <a:lstStyle/>
          <a:p>
            <a:pPr marL="0" indent="0">
              <a:buNone/>
            </a:pPr>
            <a:r>
              <a:rPr lang="en-US" sz="1600" dirty="0"/>
              <a:t>In conclusion, the Cotton Leaf Disease Detection project has successfully implemented a robust and efficient system for identifying and analyzing diseases affecting cotton plants. Leveraging a deep learning model, the system can accurately detect three types of diseases by analyzing leaf images. The integration of a user-friendly interface and real-time monitoring capabilities enhances the usability and effectiveness of the application.</a:t>
            </a:r>
          </a:p>
          <a:p>
            <a:pPr marL="0" indent="0">
              <a:buNone/>
            </a:pPr>
            <a:endParaRPr lang="en-US" sz="1600" dirty="0"/>
          </a:p>
          <a:p>
            <a:r>
              <a:rPr lang="en-US" sz="1600" b="1" dirty="0"/>
              <a:t>Disease Identification</a:t>
            </a:r>
            <a:endParaRPr lang="en-US" sz="1600" dirty="0"/>
          </a:p>
          <a:p>
            <a:r>
              <a:rPr lang="en-US" sz="1600" b="1" dirty="0"/>
              <a:t>Real-time Monitoring</a:t>
            </a:r>
            <a:endParaRPr lang="en-US" sz="1600" dirty="0"/>
          </a:p>
          <a:p>
            <a:r>
              <a:rPr lang="en-US" sz="1600" b="1" dirty="0"/>
              <a:t>Multilingual Support</a:t>
            </a:r>
          </a:p>
        </p:txBody>
      </p:sp>
    </p:spTree>
    <p:extLst>
      <p:ext uri="{BB962C8B-B14F-4D97-AF65-F5344CB8AC3E}">
        <p14:creationId xmlns:p14="http://schemas.microsoft.com/office/powerpoint/2010/main" val="23356494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p:cNvSpPr>
          <p:nvPr>
            <p:ph type="title"/>
          </p:nvPr>
        </p:nvSpPr>
        <p:spPr>
          <a:xfrm>
            <a:off x="0" y="0"/>
            <a:ext cx="9174480" cy="2876550"/>
          </a:xfrm>
        </p:spPr>
        <p:txBody>
          <a:bodyPr>
            <a:normAutofit/>
          </a:bodyPr>
          <a:lstStyle/>
          <a:p>
            <a:pPr algn="ctr"/>
            <a:r>
              <a:rPr lang="en-US" b="1" dirty="0"/>
              <a:t>Thanks</a:t>
            </a:r>
          </a:p>
        </p:txBody>
      </p:sp>
      <p:sp>
        <p:nvSpPr>
          <p:cNvPr id="5" name="Rectangle 4"/>
          <p:cNvSpPr>
            <a:spLocks noGrp="1"/>
          </p:cNvSpPr>
          <p:nvPr>
            <p:ph type="subTitle" idx="1"/>
          </p:nvPr>
        </p:nvSpPr>
        <p:spPr>
          <a:xfrm>
            <a:off x="2514600" y="4552950"/>
            <a:ext cx="6515100" cy="514350"/>
          </a:xfrm>
        </p:spPr>
        <p:txBody>
          <a:bodyPr>
            <a:normAutofit lnSpcReduction="10000"/>
          </a:bodyPr>
          <a:lstStyle/>
          <a:p>
            <a:r>
              <a:rPr lang="en-US" dirty="0"/>
              <a:t>Department of Software Engineering, IUB</a:t>
            </a:r>
          </a:p>
        </p:txBody>
      </p:sp>
    </p:spTree>
    <p:extLst>
      <p:ext uri="{BB962C8B-B14F-4D97-AF65-F5344CB8AC3E}">
        <p14:creationId xmlns:p14="http://schemas.microsoft.com/office/powerpoint/2010/main" val="310748423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idescreen Presentation">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shade val="45000"/>
                <a:satMod val="150000"/>
              </a:schemeClr>
            </a:gs>
            <a:gs pos="35000">
              <a:schemeClr val="phClr">
                <a:shade val="60000"/>
                <a:satMod val="150000"/>
              </a:schemeClr>
            </a:gs>
            <a:gs pos="100000">
              <a:schemeClr val="phClr">
                <a:tint val="97000"/>
                <a:satMod val="200000"/>
              </a:schemeClr>
            </a:gs>
          </a:gsLst>
          <a:lin ang="16200000" scaled="1"/>
        </a:gra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WidescreenPresentation</Template>
  <TotalTime>0</TotalTime>
  <Words>1294</Words>
  <Application>Microsoft Office PowerPoint</Application>
  <PresentationFormat>On-screen Show (16:9)</PresentationFormat>
  <Paragraphs>140</Paragraphs>
  <Slides>17</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Tw Cen MT</vt:lpstr>
      <vt:lpstr>Wingdings</vt:lpstr>
      <vt:lpstr>Wingdings 2</vt:lpstr>
      <vt:lpstr>Widescreen Presentation</vt:lpstr>
      <vt:lpstr>Detection of cotton crop diseases</vt:lpstr>
      <vt:lpstr>Table Of Content</vt:lpstr>
      <vt:lpstr>Introduction</vt:lpstr>
      <vt:lpstr>Problem Statement</vt:lpstr>
      <vt:lpstr>Problem Statement</vt:lpstr>
      <vt:lpstr>Scope</vt:lpstr>
      <vt:lpstr>Working of Project</vt:lpstr>
      <vt:lpstr>System Architecture</vt:lpstr>
      <vt:lpstr>System Architecture</vt:lpstr>
      <vt:lpstr>System Architecture</vt:lpstr>
      <vt:lpstr>Dataset</vt:lpstr>
      <vt:lpstr>Model Training and Evaluation</vt:lpstr>
      <vt:lpstr>Integration of App and AI Model</vt:lpstr>
      <vt:lpstr>Graphical User Interface</vt:lpstr>
      <vt:lpstr>Future Work</vt:lpstr>
      <vt:lpstr>Conclusion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2024-01-05T22:18:18Z</dcterms:created>
  <dcterms:modified xsi:type="dcterms:W3CDTF">2025-12-31T09:25:30Z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LCID">
    <vt:i4>1033</vt:i4>
  </property>
  <property fmtid="{D5CDD505-2E9C-101B-9397-08002B2CF9AE}" pid="3" name="_Version">
    <vt:lpwstr>12.0.4518</vt:lpwstr>
  </property>
</Properties>
</file>